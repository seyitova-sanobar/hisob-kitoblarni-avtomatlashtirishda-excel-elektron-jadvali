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0" r:id="rId3"/>
    <p:sldId id="257" r:id="rId4"/>
    <p:sldId id="258" r:id="rId5"/>
    <p:sldId id="259" r:id="rId6"/>
    <p:sldId id="269" r:id="rId7"/>
    <p:sldId id="270" r:id="rId8"/>
    <p:sldId id="271" r:id="rId9"/>
    <p:sldId id="275" r:id="rId10"/>
    <p:sldId id="276" r:id="rId11"/>
    <p:sldId id="277" r:id="rId12"/>
    <p:sldId id="278" r:id="rId13"/>
    <p:sldId id="279" r:id="rId14"/>
    <p:sldId id="281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691336"/>
          </a:xfrm>
        </p:spPr>
        <p:txBody>
          <a:bodyPr/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-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tizimli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saqlash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hisoblash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formulalardan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foydalanishning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samarali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usuli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grafiklar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ham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qo'llaniladi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Ushbu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bo'limda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siz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loyihalashtirish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ko'rsatmalari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asosida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yangi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yaratish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ishlashini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tekshirish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va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baholashni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o'rganasiz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</a:p>
          <a:p>
            <a:endParaRPr lang="en-US" sz="2800" i="1" dirty="0" smtClean="0">
              <a:solidFill>
                <a:schemeClr val="bg1"/>
              </a:solidFill>
              <a:latin typeface="Times New Roman" pitchFamily="18" charset="0"/>
              <a:ea typeface="Roboto" pitchFamily="34" charset="-122"/>
              <a:cs typeface="Times New Roman" pitchFamily="18" charset="0"/>
            </a:endParaRP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Elektron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jadvaldan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modellashtirish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foydalaniladi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Ma'lumotlarni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o'zgartirib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nima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bo'lishini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aslida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buni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amalga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oshirmasdan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ko'rishingiz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mumkin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ea typeface="Roboto" pitchFamily="34" charset="-122"/>
                <a:cs typeface="Times New Roman" pitchFamily="18" charset="0"/>
              </a:rPr>
              <a:t>.</a:t>
            </a:r>
            <a:endParaRPr lang="en-US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Kalit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so‘zlar</a:t>
            </a:r>
            <a:endParaRPr lang="en-US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jadvalda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saqlanadigan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hisob-kitoblarni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amalga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oshirishda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ishlatiladigan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ma’lumotlardir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kompyuterga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kerakligini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aytib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beradigan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qoidadir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Unda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soʻzlar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SUM.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doim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belgisi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bilan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boshlanadi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Ikkita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misol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=10+2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=SUM(A1:B1).</a:t>
            </a:r>
          </a:p>
        </p:txBody>
      </p:sp>
    </p:spTree>
    <p:extLst>
      <p:ext uri="{BB962C8B-B14F-4D97-AF65-F5344CB8AC3E}">
        <p14:creationId xmlns="" xmlns:p14="http://schemas.microsoft.com/office/powerpoint/2010/main" val="2373415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Kalit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so‘zlar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koʻpligidir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nechta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anglatadi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Loyihalashtirish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bo‘yicha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ko‘rsatmalar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tavsifi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loyihasini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ishlatiladi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Tekshirish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tizimdagi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turli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xil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maʻlumotlarni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ishlatishga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harakat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qilib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tizimning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ishlashiga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ishonch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hosil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1713827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Kalit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so‘zlar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Model: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oqibatini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koʻrish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maʻlumotlarni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oʻzgartirishingiz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boʻlgan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loyihasi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tizim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ishlashini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rejalashtirish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Ssenariy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biror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vaziyatning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tavsifi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qilishi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haqidagi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tavsiflash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erishmoqchi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bo’lgan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maqsad</a:t>
            </a:r>
            <a:r>
              <a:rPr lang="en-US" sz="32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="" xmlns:p14="http://schemas.microsoft.com/office/powerpoint/2010/main" val="53192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choʻntak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pulini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olayotganingizni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yozib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boring.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Keyin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oʻyin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sizga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qanchaga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tushishini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Oʻyin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konsolini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sotib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olish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tejashga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qancha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vaqtingiz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ketishini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hisoblab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chiqing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sz="40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219200"/>
          </a:xfrm>
        </p:spPr>
        <p:txBody>
          <a:bodyPr/>
          <a:lstStyle/>
          <a:p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Maqsadlar</a:t>
            </a:r>
            <a:endParaRPr lang="en-US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68988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Haftalik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choʻntak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pullari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endParaRPr lang="en-US" sz="4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oʻyin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konsolining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endParaRPr lang="en-US" sz="4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sarf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qiladigan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mablagʻingiz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endParaRPr lang="en-US" sz="4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oʻyin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tejashga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ketadigan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haftalar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40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Ma’lumotlar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</a:t>
            </a:r>
          </a:p>
        </p:txBody>
      </p:sp>
    </p:spTree>
    <p:extLst>
      <p:ext uri="{BB962C8B-B14F-4D97-AF65-F5344CB8AC3E}">
        <p14:creationId xmlns="" xmlns:p14="http://schemas.microsoft.com/office/powerpoint/2010/main" val="4190234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tejalgan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mablagʻ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haftalik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sarf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qilingan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endParaRPr lang="en-US" sz="36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36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Haftalar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oʻyin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konsolining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/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har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hafta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tejalgan</a:t>
            </a:r>
            <a:r>
              <a:rPr lang="en-US" sz="3600" i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mablagʻ</a:t>
            </a:r>
            <a:endParaRPr lang="en-US" sz="36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Formulalar</a:t>
            </a:r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4221088"/>
            <a:ext cx="3096344" cy="24082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08952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1-mashg‘ulot.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8114072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215292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64704"/>
            <a:ext cx="8295626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094172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48680"/>
            <a:ext cx="8281260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436016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48680"/>
            <a:ext cx="8212988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986349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276225"/>
            <a:ext cx="7905750" cy="630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13616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umumiy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sovrin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=B1+B2+B3</a:t>
            </a:r>
            <a:endParaRPr lang="en-US" sz="4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jami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Ishtirok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kiritilgan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arizalar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soni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*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ishtirok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etish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narxi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=B4*B5</a:t>
            </a:r>
            <a:endParaRPr lang="en-US" sz="40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ishlangan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Daromad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sovrin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puli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en-US" sz="40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B7-B6</a:t>
            </a:r>
            <a:endParaRPr lang="ru-RU" sz="40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Formulalar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:</a:t>
            </a:r>
            <a:endParaRPr lang="ru-RU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323</Words>
  <Application>Microsoft Office PowerPoint</Application>
  <PresentationFormat>Экран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Бумажная</vt:lpstr>
      <vt:lpstr>7-sinf Informatika va axborot texnologiyalari Mavzu: Elektron jadvalni loyihalash. Dizayn shakllantirish </vt:lpstr>
      <vt:lpstr>Слайд 2</vt:lpstr>
      <vt:lpstr>Kalit so‘zlar</vt:lpstr>
      <vt:lpstr>Kalit so‘zlar</vt:lpstr>
      <vt:lpstr>Kalit so‘zlar</vt:lpstr>
      <vt:lpstr>Maqsadlar</vt:lpstr>
      <vt:lpstr>Ma’lumotlar:</vt:lpstr>
      <vt:lpstr>Formulalar:</vt:lpstr>
      <vt:lpstr>1-mashg‘ulot.</vt:lpstr>
      <vt:lpstr>Слайд 10</vt:lpstr>
      <vt:lpstr>Слайд 11</vt:lpstr>
      <vt:lpstr>Слайд 12</vt:lpstr>
      <vt:lpstr>Слайд 13</vt:lpstr>
      <vt:lpstr>Formulalar:</vt:lpstr>
      <vt:lpstr>Слайд 15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11</cp:revision>
  <dcterms:created xsi:type="dcterms:W3CDTF">2026-02-10T06:20:42Z</dcterms:created>
  <dcterms:modified xsi:type="dcterms:W3CDTF">2026-02-12T09:02:54Z</dcterms:modified>
</cp:coreProperties>
</file>