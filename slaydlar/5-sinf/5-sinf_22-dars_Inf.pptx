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58" r:id="rId8"/>
    <p:sldId id="277" r:id="rId9"/>
    <p:sldId id="278" r:id="rId10"/>
    <p:sldId id="279" r:id="rId11"/>
    <p:sldId id="280" r:id="rId12"/>
    <p:sldId id="281" r:id="rId13"/>
    <p:sldId id="282" r:id="rId14"/>
    <p:sldId id="284" r:id="rId15"/>
    <p:sldId id="270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Овал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6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одержимое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5" name="Номер слайда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6" name="Нижний колонтитул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2" name="Содержимое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4" name="Содержимое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Содержимое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Дата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ru-RU" smtClean="0"/>
              <a:t>Вставка рисунка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екст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4634ADBA-F828-4AA2-8B94-5CD307BF6660}" type="datetimeFigureOut">
              <a:rPr lang="ru-RU" smtClean="0"/>
              <a:pPr/>
              <a:t>12.02.2026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91BFE8A8-9656-4685-AF3D-9B6ED342B94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457200" y="332656"/>
            <a:ext cx="8305800" cy="6264696"/>
          </a:xfrm>
        </p:spPr>
        <p:txBody>
          <a:bodyPr/>
          <a:lstStyle/>
          <a:p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5-sinf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Informatika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va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axborot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4400" dirty="0" err="1" smtClean="0">
                <a:solidFill>
                  <a:srgbClr val="002060"/>
                </a:solidFill>
                <a:latin typeface="Arial Black" pitchFamily="34" charset="0"/>
              </a:rPr>
              <a:t>texnologiyalari</a:t>
            </a:r>
            <a: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002060"/>
                </a:solidFill>
                <a:latin typeface="Arial Black" pitchFamily="34" charset="0"/>
              </a:rPr>
            </a:b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/>
            </a:r>
            <a:b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</a:br>
            <a:r>
              <a:rPr lang="en-US" sz="4400" dirty="0" err="1" smtClean="0">
                <a:solidFill>
                  <a:srgbClr val="7030A0"/>
                </a:solidFill>
                <a:latin typeface="Arial Black" pitchFamily="34" charset="0"/>
              </a:rPr>
              <a:t>Mavzu</a:t>
            </a:r>
            <a:r>
              <a:rPr lang="en-US" sz="4400" dirty="0" smtClean="0">
                <a:solidFill>
                  <a:srgbClr val="7030A0"/>
                </a:solidFill>
                <a:latin typeface="Arial Black" pitchFamily="34" charset="0"/>
              </a:rPr>
              <a:t>: Diagrammadan xulosa chiqarish. Ustunli diagramma ustunlari rangini oʻzgartirish.</a:t>
            </a:r>
            <a:endParaRPr lang="ru-RU" sz="5400" dirty="0">
              <a:solidFill>
                <a:srgbClr val="7030A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Ma’lumotlardan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foydalanib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qabul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qilingan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qaror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bayonot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36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Diagrammalar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sizga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maʼlumotlarni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jadvallardan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koʻra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osonroq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tushunish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imkonini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6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beradi</a:t>
            </a:r>
            <a:r>
              <a:rPr lang="en-US" sz="36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Xulosa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baland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–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predmetdir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Eng past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–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kichik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predmetdir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Agar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ustunlarning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balandligi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bir-biriga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yaqin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boʻlsa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demak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ularning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orasidagi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farq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emas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Agar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balandliklari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o‘rtasidagi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farq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bo‘lsa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ayrimlari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juda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baland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boshqalari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past),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ular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orasidagi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farq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shunga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yarasha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boʻladi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digrammada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endParaRPr lang="en-US" sz="3200" dirty="0" smtClean="0"/>
          </a:p>
          <a:p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ichidagi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yoki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ulushga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predmetdir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sz="32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kichik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boʻlakdan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kam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ulushga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predmet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32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tushuniladi</a:t>
            </a:r>
            <a:r>
              <a:rPr lang="en-US" sz="32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32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Daftaringizga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berishda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ranglarning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ranglarning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biri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kichik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</a:t>
            </a:r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Ranglarni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kichik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qarab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kamayish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tartibda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10.1-mashg‘ulot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59" y="692696"/>
            <a:ext cx="7888941" cy="54726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Xulosa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sv-SE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 ustunni eng baland deb hisoblaysiz?</a:t>
            </a:r>
          </a:p>
          <a:p>
            <a:endParaRPr lang="sv-SE" sz="2800" i="1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ustun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past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ko‘rsatkichga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Doiraning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boʻlagini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toping,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so‘ng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ta’riflayotgan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legendaga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e’tiboringizni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qarating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Bu ham eng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raqamli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kabidir</a:t>
            </a:r>
            <a:r>
              <a:rPr lang="en-US" sz="28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28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Savollarga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javob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berishda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doiraviy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diagrammadan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1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2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kichik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3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Qaysi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doiraning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ulushiga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ega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? 4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Bo‘laklarni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kichik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qiymatdan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eng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tomon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o‘sish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tartibida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yozib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chiqing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10.2-mashg‘ulot</a:t>
            </a:r>
            <a:endParaRPr lang="ru-RU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548680"/>
            <a:ext cx="8064896" cy="55334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04664"/>
            <a:ext cx="8229600" cy="6048672"/>
          </a:xfrm>
        </p:spPr>
        <p:txBody>
          <a:bodyPr/>
          <a:lstStyle/>
          <a:p>
            <a:r>
              <a:rPr lang="en-US" sz="4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Yoqtirgan</a:t>
            </a:r>
            <a:r>
              <a:rPr lang="en-US" sz="4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darslaringiz</a:t>
            </a:r>
            <a:r>
              <a:rPr lang="en-US" sz="4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Oʻqituvchingiz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sinfdagi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o‘quvchilardan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yoqtirgan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darslari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haqida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so‘ramoqda</a:t>
            </a:r>
            <a:r>
              <a:rPr lang="en-US" sz="2800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endParaRPr lang="en-US" dirty="0" smtClean="0"/>
          </a:p>
          <a:p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Quyidagi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axborotlarni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saqlovchi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maʼlumotlar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jadvalini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yarating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AT,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tarix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geografiya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matematika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boshqa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Yana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ikkita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xohlagan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faningizni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qoʻshishingiz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mumkin</a:t>
            </a:r>
            <a:r>
              <a:rPr lang="en-US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332656"/>
            <a:ext cx="8208912" cy="6072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Ustunli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ustunlari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rangini</a:t>
            </a:r>
            <a:r>
              <a:rPr lang="en-US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oʻzgartirish</a:t>
            </a:r>
            <a:endParaRPr lang="ru-RU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12776"/>
            <a:ext cx="7488832" cy="52288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Diagrammaning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y-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oʻqini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Diagramma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yon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qismida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joylashgan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vertikal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raqamlar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nazarda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tutilyapti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).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Sichqonchaning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oʻng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bosib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, “Format Axis”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buyrug‘ini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tanlang</a:t>
            </a:r>
            <a:r>
              <a:rPr lang="en-US" sz="2400" i="1" dirty="0" smtClean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ru-RU" sz="24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78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700808"/>
            <a:ext cx="8192885" cy="4680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404664"/>
            <a:ext cx="8205465" cy="5904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wipe dir="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548680"/>
            <a:ext cx="8229600" cy="5577483"/>
          </a:xfrm>
        </p:spPr>
        <p:txBody>
          <a:bodyPr>
            <a:normAutofit/>
          </a:bodyPr>
          <a:lstStyle/>
          <a:p>
            <a:pPr algn="ctr">
              <a:buNone/>
            </a:pPr>
            <a:endParaRPr lang="ru-RU" sz="8000" dirty="0" smtClean="0">
              <a:solidFill>
                <a:srgbClr val="002060"/>
              </a:solidFill>
              <a:latin typeface="Arial Black" pitchFamily="34" charset="0"/>
            </a:endParaRPr>
          </a:p>
          <a:p>
            <a:pPr algn="ctr">
              <a:buNone/>
            </a:pP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E’tiboringiz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uchun</a:t>
            </a:r>
            <a:r>
              <a:rPr lang="en-US" sz="8000" dirty="0" smtClean="0">
                <a:solidFill>
                  <a:srgbClr val="002060"/>
                </a:solidFill>
                <a:latin typeface="Arial Black" pitchFamily="34" charset="0"/>
              </a:rPr>
              <a:t> </a:t>
            </a:r>
            <a:r>
              <a:rPr lang="en-US" sz="8000" dirty="0" err="1" smtClean="0">
                <a:solidFill>
                  <a:srgbClr val="002060"/>
                </a:solidFill>
                <a:latin typeface="Arial Black" pitchFamily="34" charset="0"/>
              </a:rPr>
              <a:t>rahmat</a:t>
            </a:r>
            <a:endParaRPr lang="ru-RU" sz="7200" dirty="0"/>
          </a:p>
        </p:txBody>
      </p:sp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37</TotalTime>
  <Words>306</Words>
  <Application>Microsoft Office PowerPoint</Application>
  <PresentationFormat>Экран (4:3)</PresentationFormat>
  <Paragraphs>37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Бумажная</vt:lpstr>
      <vt:lpstr>5-sinf  Informatika va  axborot texnologiyalari  Mavzu: Diagrammadan xulosa chiqarish. Ustunli diagramma ustunlari rangini oʻzgartirish.</vt:lpstr>
      <vt:lpstr>Xulosa</vt:lpstr>
      <vt:lpstr>Ustunli digrammada </vt:lpstr>
      <vt:lpstr>Doiraviy diagramma</vt:lpstr>
      <vt:lpstr>10.1-mashg‘ulot</vt:lpstr>
      <vt:lpstr>Слайд 6</vt:lpstr>
      <vt:lpstr>Xulosa</vt:lpstr>
      <vt:lpstr>10.2-mashg‘ulot</vt:lpstr>
      <vt:lpstr>Слайд 9</vt:lpstr>
      <vt:lpstr>Слайд 10</vt:lpstr>
      <vt:lpstr>Слайд 11</vt:lpstr>
      <vt:lpstr>Ustunli diagramma ustunlari rangini oʻzgartirish</vt:lpstr>
      <vt:lpstr>Diagrammaning y-oʻqini tanlang (Diagramma yon qismida joylashgan vertikal raqamlar nazarda tutilyapti). Sichqonchaning oʻng tugmasini bosib, “Format Axis” buyrug‘ini tanlang. </vt:lpstr>
      <vt:lpstr>Слайд 14</vt:lpstr>
      <vt:lpstr>Слайд 15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Пользователь</dc:creator>
  <cp:lastModifiedBy>Пользователь</cp:lastModifiedBy>
  <cp:revision>13</cp:revision>
  <dcterms:created xsi:type="dcterms:W3CDTF">2026-02-09T12:18:45Z</dcterms:created>
  <dcterms:modified xsi:type="dcterms:W3CDTF">2026-02-12T16:07:10Z</dcterms:modified>
</cp:coreProperties>
</file>