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58" r:id="rId3"/>
    <p:sldId id="259" r:id="rId4"/>
    <p:sldId id="260" r:id="rId5"/>
    <p:sldId id="261" r:id="rId6"/>
    <p:sldId id="262" r:id="rId7"/>
    <p:sldId id="272" r:id="rId8"/>
    <p:sldId id="277" r:id="rId9"/>
    <p:sldId id="280" r:id="rId10"/>
    <p:sldId id="274" r:id="rId11"/>
    <p:sldId id="264" r:id="rId12"/>
    <p:sldId id="270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одержимое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Содержимое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Содержимое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Содержимое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d"/>
  </p:transition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457200" y="332656"/>
            <a:ext cx="8305800" cy="6264696"/>
          </a:xfrm>
        </p:spPr>
        <p:txBody>
          <a:bodyPr/>
          <a:lstStyle/>
          <a:p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5-sinf </a:t>
            </a:r>
            <a:b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Informatika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va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b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axborot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texnologiyalari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/>
            </a:r>
            <a:b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/>
            </a:r>
            <a:b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</a:b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Mavzu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>: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Diagrammaga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maʼlumot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</a:rPr>
              <a:t>kiritish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  <a:t>.</a:t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</a:rPr>
            </a:br>
            <a:endParaRPr lang="ru-RU" sz="5400" dirty="0">
              <a:solidFill>
                <a:srgbClr val="7030A0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Diagramma</a:t>
            </a: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oʻzi</a:t>
            </a: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nima</a:t>
            </a: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endParaRPr lang="ru-RU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murakkab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maʼlumotlarni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oson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tushunish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imkoniyatini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beruvchi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grafiklar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hisoblanadi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ustunli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O‘zbekistondagi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doʻkonlarda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yil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ichida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nechta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soyabon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sotilgani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aks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etgan</a:t>
            </a:r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4008" y="1556792"/>
            <a:ext cx="4054249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Kalit</a:t>
            </a: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soʻzlar</a:t>
            </a:r>
            <a:endParaRPr lang="ru-RU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330824" cy="4572000"/>
          </a:xfrm>
        </p:spPr>
        <p:txBody>
          <a:bodyPr/>
          <a:lstStyle/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Vertikal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oʻq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ustunli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diagrammaning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pastdan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yuqoriga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qaragan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oʻqi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y-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oʻq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). </a:t>
            </a:r>
          </a:p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Gorizontal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oʻq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ustunli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diagrammaning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bo‘ylab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joylashgan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oʻqi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(x-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oʻq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).</a:t>
            </a:r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860032" y="1524000"/>
            <a:ext cx="3848104" cy="4572000"/>
          </a:xfrm>
        </p:spPr>
        <p:txBody>
          <a:bodyPr/>
          <a:lstStyle/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Vertikal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oʻq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(y-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oʻq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nechta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sotilganini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koʻrsatadi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Gorizontal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oʻq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(x-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oʻq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soyabonlar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sotilgan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oylarni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koʻrsatadi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620688"/>
            <a:ext cx="7920880" cy="5836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6228928"/>
          </a:xfrm>
        </p:spPr>
        <p:txBody>
          <a:bodyPr>
            <a:noAutofit/>
          </a:bodyPr>
          <a:lstStyle/>
          <a:p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5.1-mashg‘ulot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Daftaringizga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savollarga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javob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Darsligingizga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yozmang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Qaysi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oy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eng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koʻp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soyabon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sotilgan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Qaysi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oy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eng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kam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soyabon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sotilgan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b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5.2-mashg‘ulot </a:t>
            </a:r>
            <a:b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Diagrammadan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yana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qanday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maʼlumotlarni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aniqlash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Ustunlar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boʻylab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o‘sish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kamayish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tartibida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joylashganmi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ularning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barchasi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aralash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holatdami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 </a:t>
            </a:r>
            <a:b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5.3-mashg‘ulot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Tasavvur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qiling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O‘zbekiston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hududida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xususiy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doʻkoningiz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bor.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Soyabonlar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sotish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haqida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oʻylayapsiz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Qaysi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oyda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sotish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eng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koʻp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miqdorda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soyabon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kerak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boʻladi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b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</a:br>
            <a:endParaRPr lang="ru-RU" sz="28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Diagrammaga</a:t>
            </a: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maʼlumot</a:t>
            </a: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kiritish</a:t>
            </a:r>
            <a:endParaRPr lang="ru-RU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Elektron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jadvaldagi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maʼlumotlar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asosida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yaratiladi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yaratishdan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avval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maʼlumotlar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kerak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boʻladi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Ushbu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maʼlumotlar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boʻsh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ko‘rishingiz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boʻsh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chunki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maʼlumotlar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kiritilmagan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maʼlumotlarni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kiritsangiz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ma’lumotlar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asosida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oʻzgaradi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04664"/>
            <a:ext cx="8059782" cy="5832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Diagrammada qanday oʻzgarish bo‘lganini tasvirlab bering.</a:t>
            </a:r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988840"/>
            <a:ext cx="7940181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Diagrammada qanday oʻzgarish bo‘lganini tasvirlab bering.</a:t>
            </a:r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700808"/>
            <a:ext cx="7980594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764704"/>
            <a:ext cx="8160638" cy="49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6.3-mashg‘ulot. Bu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tasvirda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koʻplab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shakllar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aks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etgan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Bu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yerda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beshta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turdagi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shakllar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mavjud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sz="32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204864"/>
            <a:ext cx="8303203" cy="4248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ru-RU" sz="8000" dirty="0" smtClean="0">
              <a:solidFill>
                <a:srgbClr val="002060"/>
              </a:solidFill>
              <a:latin typeface="Arial Black" pitchFamily="34" charset="0"/>
            </a:endParaRPr>
          </a:p>
          <a:p>
            <a:pPr algn="ctr">
              <a:buNone/>
            </a:pP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E’tiboringiz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uchun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rahmat</a:t>
            </a:r>
            <a:endParaRPr lang="ru-RU" sz="7200" dirty="0"/>
          </a:p>
        </p:txBody>
      </p:sp>
    </p:spTree>
  </p:cSld>
  <p:clrMapOvr>
    <a:masterClrMapping/>
  </p:clrMapOvr>
  <p:transition spd="med">
    <p:wipe dir="d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50</TotalTime>
  <Words>154</Words>
  <Application>Microsoft Office PowerPoint</Application>
  <PresentationFormat>Экран (4:3)</PresentationFormat>
  <Paragraphs>18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Бумажная</vt:lpstr>
      <vt:lpstr>5-sinf  Informatika va  axborot texnologiyalari  Mavzu: Diagrammaga maʼlumot kiritish. </vt:lpstr>
      <vt:lpstr>Diagramma oʻzi nima?</vt:lpstr>
      <vt:lpstr>Kalit soʻzlar</vt:lpstr>
      <vt:lpstr>Слайд 4</vt:lpstr>
      <vt:lpstr>5.1-mashg‘ulot  Daftaringizga quyidagi savollarga javob yozing. Darsligingizga yozmang. Qaysi oy(lar)da eng koʻp soyabon sotilgan? Qaysi oy(lar)da eng kam soyabon sotilgan?  5.2-mashg‘ulot  Diagrammadan yana qanday maʼlumotlarni aniqlash mumkin? Ustunlar diagramma boʻylab o‘sish yoki kamayish tartibida joylashganmi? Yoki ularning barchasi aralash holatdami?  5.3-mashg‘ulot  Tasavvur qiling, O‘zbekiston hududida xususiy doʻkoningiz bor. Soyabonlar sotish haqida oʻylayapsiz. Qaysi oyda sizga sotish uchun eng koʻp miqdorda soyabon kerak boʻladi? </vt:lpstr>
      <vt:lpstr>Diagrammaga maʼlumot kiritish</vt:lpstr>
      <vt:lpstr>Слайд 7</vt:lpstr>
      <vt:lpstr>Diagrammada qanday oʻzgarish bo‘lganini tasvirlab bering.</vt:lpstr>
      <vt:lpstr>Diagrammada qanday oʻzgarish bo‘lganini tasvirlab bering.</vt:lpstr>
      <vt:lpstr>Слайд 10</vt:lpstr>
      <vt:lpstr>6.3-mashg‘ulot. Bu tasvirda koʻplab shakllar aks etgan. Bu yerda beshta turdagi shakllar mavjud. </vt:lpstr>
      <vt:lpstr>Слайд 12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Пользователь</dc:creator>
  <cp:lastModifiedBy>Пользователь</cp:lastModifiedBy>
  <cp:revision>14</cp:revision>
  <dcterms:created xsi:type="dcterms:W3CDTF">2026-02-09T12:18:45Z</dcterms:created>
  <dcterms:modified xsi:type="dcterms:W3CDTF">2026-02-12T16:05:55Z</dcterms:modified>
</cp:coreProperties>
</file>