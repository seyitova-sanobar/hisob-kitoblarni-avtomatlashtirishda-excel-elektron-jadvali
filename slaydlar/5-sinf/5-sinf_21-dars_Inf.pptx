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2" r:id="rId3"/>
    <p:sldId id="275" r:id="rId4"/>
    <p:sldId id="278" r:id="rId5"/>
    <p:sldId id="273" r:id="rId6"/>
    <p:sldId id="276" r:id="rId7"/>
    <p:sldId id="277" r:id="rId8"/>
    <p:sldId id="270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57200" y="332656"/>
            <a:ext cx="8305800" cy="6264696"/>
          </a:xfrm>
        </p:spPr>
        <p:txBody>
          <a:bodyPr/>
          <a:lstStyle/>
          <a:p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5-sinf </a:t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Informatika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va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axborot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texnologiyalari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Mavzu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: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Diagramma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turini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tanlash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.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b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x-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oʻqi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, y-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oʻqi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hamda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diagramma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nomini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joylash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.</a:t>
            </a:r>
            <a:endParaRPr lang="ru-RU" sz="5400" dirty="0">
              <a:solidFill>
                <a:srgbClr val="7030A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turini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tanlas</a:t>
            </a:r>
            <a:r>
              <a:rPr lang="en-US" dirty="0" err="1" smtClean="0">
                <a:solidFill>
                  <a:srgbClr val="7030A0"/>
                </a:solidFill>
              </a:rPr>
              <a:t>h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Diagrammaning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xil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turlari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mavjud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turining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oʻziga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xos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maqsadi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bor.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Ya’ni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qanday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ma’lumotlarni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aks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ettirishingizga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ko‘ra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turini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tanlaysiz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modul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diagrammalarning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faqatgina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ikki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doiraviy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diagrammalarni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bilishingiz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yetarli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hisoblanadi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1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Ustunli</a:t>
            </a:r>
            <a:r>
              <a:rPr lang="en-US" sz="1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1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biror</a:t>
            </a:r>
            <a:r>
              <a:rPr lang="en-US" sz="1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narsaning</a:t>
            </a:r>
            <a:r>
              <a:rPr lang="en-US" sz="1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miqdorini</a:t>
            </a:r>
            <a:r>
              <a:rPr lang="en-US" sz="1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koʻrsatadi</a:t>
            </a:r>
            <a:r>
              <a:rPr lang="en-US" sz="1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1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Ushbu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diagrammaning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ikkita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chizig‘i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mavjud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• x-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diagrammaning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eni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bo‘ylab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joylashgan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gorizontal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o‘q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); • y-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diagrammaning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bo‘yi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bo‘ylab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joylashgan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vertikal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o‘q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3933056"/>
            <a:ext cx="3945166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628528"/>
          </a:xfrm>
        </p:spPr>
        <p:txBody>
          <a:bodyPr>
            <a:normAutofit/>
          </a:bodyPr>
          <a:lstStyle/>
          <a:p>
            <a:pPr algn="ctr"/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Doiraviy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Doiraviy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predmet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miqdorning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ulushiga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kelishini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koʻrsatadi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Butun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doirani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sifatida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olsak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boʻlak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esa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miqdorning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ulushi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demakdir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3356992"/>
            <a:ext cx="7863274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832648"/>
          </a:xfrm>
        </p:spPr>
        <p:txBody>
          <a:bodyPr/>
          <a:lstStyle/>
          <a:p>
            <a:endParaRPr lang="pt-BR" sz="2800" dirty="0" smtClean="0">
              <a:solidFill>
                <a:schemeClr val="bg1"/>
              </a:solidFill>
            </a:endParaRPr>
          </a:p>
          <a:p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Ulush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butunning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qismi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jami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miqdorning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birgalikdagi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qoʻshilgan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qiymati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Legenda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doiraviy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diagrammaning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boʻlagi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nimani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anglatishini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bildiruvchi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3600" b="1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sz="32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Oʻqlar: bir necha o‘q chiziqlar. </a:t>
            </a:r>
            <a:endParaRPr lang="pt-BR" sz="24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sz="3600" dirty="0" smtClean="0">
                <a:solidFill>
                  <a:srgbClr val="7030A0"/>
                </a:solidFill>
                <a:latin typeface="Arial Black" pitchFamily="34" charset="0"/>
              </a:rPr>
              <a:t> x-</a:t>
            </a:r>
            <a:r>
              <a:rPr lang="en-US" sz="3600" dirty="0" err="1" smtClean="0">
                <a:solidFill>
                  <a:srgbClr val="7030A0"/>
                </a:solidFill>
                <a:latin typeface="Arial Black" pitchFamily="34" charset="0"/>
              </a:rPr>
              <a:t>oʻqi</a:t>
            </a:r>
            <a:r>
              <a:rPr lang="en-US" sz="3600" dirty="0" smtClean="0">
                <a:solidFill>
                  <a:srgbClr val="7030A0"/>
                </a:solidFill>
                <a:latin typeface="Arial Black" pitchFamily="34" charset="0"/>
              </a:rPr>
              <a:t>, y-</a:t>
            </a:r>
            <a:r>
              <a:rPr lang="en-US" sz="3600" dirty="0" err="1" smtClean="0">
                <a:solidFill>
                  <a:srgbClr val="7030A0"/>
                </a:solidFill>
                <a:latin typeface="Arial Black" pitchFamily="34" charset="0"/>
              </a:rPr>
              <a:t>oʻqi</a:t>
            </a:r>
            <a:r>
              <a:rPr lang="en-US" sz="36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3600" dirty="0" err="1" smtClean="0">
                <a:solidFill>
                  <a:srgbClr val="7030A0"/>
                </a:solidFill>
                <a:latin typeface="Arial Black" pitchFamily="34" charset="0"/>
              </a:rPr>
              <a:t>hamda</a:t>
            </a:r>
            <a:r>
              <a:rPr lang="en-US" sz="36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3600" dirty="0" err="1" smtClean="0">
                <a:solidFill>
                  <a:srgbClr val="7030A0"/>
                </a:solidFill>
                <a:latin typeface="Arial Black" pitchFamily="34" charset="0"/>
              </a:rPr>
              <a:t>diagramma</a:t>
            </a:r>
            <a:r>
              <a:rPr lang="en-US" sz="36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3600" dirty="0" err="1" smtClean="0">
                <a:solidFill>
                  <a:srgbClr val="7030A0"/>
                </a:solidFill>
                <a:latin typeface="Arial Black" pitchFamily="34" charset="0"/>
              </a:rPr>
              <a:t>nomini</a:t>
            </a:r>
            <a:r>
              <a:rPr lang="en-US" sz="36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3600" dirty="0" err="1" smtClean="0">
                <a:solidFill>
                  <a:srgbClr val="7030A0"/>
                </a:solidFill>
                <a:latin typeface="Arial Black" pitchFamily="34" charset="0"/>
              </a:rPr>
              <a:t>joylash</a:t>
            </a:r>
            <a:endParaRPr lang="ru-RU" sz="3600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yaratganingizda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munosib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mavzu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yorliq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tanlaganingizga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ishonch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nima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haqida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ekanligini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bildirib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turishi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mavzusi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hamda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gorizontal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vertikal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o‘qlar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bo‘lishi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yorlig‘i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bo‘lsin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3284984"/>
            <a:ext cx="3891563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340496"/>
          </a:xfrm>
        </p:spPr>
        <p:txBody>
          <a:bodyPr>
            <a:normAutofit/>
          </a:bodyPr>
          <a:lstStyle/>
          <a:p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doiraviy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diagrammaga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yangi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sarlahva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amallar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bajariladi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b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tanlang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Mavzu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blokiga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sichqonchani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olib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borib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ikki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marta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3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Matnni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oʻchiring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Yangi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mavzuni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636912"/>
            <a:ext cx="7416824" cy="3926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844552"/>
          </a:xfrm>
        </p:spPr>
        <p:txBody>
          <a:bodyPr>
            <a:normAutofit/>
          </a:bodyPr>
          <a:lstStyle/>
          <a:p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 Design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menyusini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oching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 Add Chart Element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tugmasini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tanlang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 “Axis Titles”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tugmasini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tanlang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 x-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oʻqqa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yorliq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joylashtirish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“Horizontal”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tugmasini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 y-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oʻqqa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yorliq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joylashtirish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esa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“Vertical”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tugmasini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So‘ng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kiritilgan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yorliqni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belgilab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matnni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oʻchirib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yangisini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qo‘yish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imkoniyatiga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bo‘lasiz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3068960"/>
            <a:ext cx="6552728" cy="3545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ru-RU" sz="8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>
              <a:buNone/>
            </a:pP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E’tiboringiz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uchun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rahmat</a:t>
            </a:r>
            <a:endParaRPr lang="ru-RU" sz="7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70</TotalTime>
  <Words>216</Words>
  <Application>Microsoft Office PowerPoint</Application>
  <PresentationFormat>Экран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Бумажная</vt:lpstr>
      <vt:lpstr>5-sinf  Informatika va  axborot texnologiyalari  Mavzu: Diagramma turini tanlash. Diagrammaga  x-oʻqi, y-oʻqi hamda diagramma nomini joylash.</vt:lpstr>
      <vt:lpstr>Diagramma turini tanlash</vt:lpstr>
      <vt:lpstr>Doiraviy diagramma Doiraviy diagramma sizga har bir predmet umumiy miqdorning qancha ulushiga mos kelishini koʻrsatadi. Butun doirani umumiy miqdor sifatida olsak, har bir boʻlak esa umumiy miqdorning bir ulushi demakdir. </vt:lpstr>
      <vt:lpstr>Слайд 4</vt:lpstr>
      <vt:lpstr>Diagrammaga x-oʻqi, y-oʻqi hamda diagramma nomini joylash</vt:lpstr>
      <vt:lpstr>Ustunli diagramma yoki doiraviy diagrammaga yangi sarlahva yozish uchun quyidagi amallar bajariladi:  1 Diagrammani tanlang.  2 Mavzu blokiga sichqonchani olib borib, bir yoki ikki marta bosing. 3 Matnni oʻchiring.  4 Yangi mavzuni kiriting.</vt:lpstr>
      <vt:lpstr>1 Design menyusini oching.  2 Add Chart Element tugmasini tanlang.  3 “Axis Titles” tugmasini tanlang.  4 x-oʻqqa yorliq joylashtirish uchun “Horizontal” tugmasini bosing.  5 y-oʻqqa yorliq joylashtirish uchun uchun esa “Vertical” tugmasini bosing. So‘ng kiritilgan yorliqni belgilab, matnni oʻchirib yangisini qo‘yish imkoniyatiga ega bo‘lasiz.</vt:lpstr>
      <vt:lpstr>Слайд 8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19</cp:revision>
  <dcterms:created xsi:type="dcterms:W3CDTF">2026-02-09T12:18:45Z</dcterms:created>
  <dcterms:modified xsi:type="dcterms:W3CDTF">2026-02-12T16:06:26Z</dcterms:modified>
</cp:coreProperties>
</file>