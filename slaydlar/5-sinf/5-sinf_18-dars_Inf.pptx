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2" r:id="rId12"/>
    <p:sldId id="273" r:id="rId13"/>
    <p:sldId id="267" r:id="rId14"/>
    <p:sldId id="274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332656"/>
            <a:ext cx="8305800" cy="6264696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: Axborotni qiymatini hisoblash.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Piktogramma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yaratish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</a:t>
            </a:r>
            <a: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</a:br>
            <a:endParaRPr lang="ru-RU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Axborotni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qiymatini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hisoblash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003232" cy="4572000"/>
          </a:xfrm>
        </p:spPr>
        <p:txBody>
          <a:bodyPr>
            <a:noAutofit/>
          </a:bodyPr>
          <a:lstStyle/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guruhlarga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ajratganingizda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guruhdagi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sanashingiz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guruhdagi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predmetlarning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qiymatidir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Sanash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orqali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orqali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axborotni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hisoblash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2.1-mashg‘ulot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Daftaringizda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vazifani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Darsligingizga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yozmang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Koʻplab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predmetlarni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sanashda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sanoq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yordam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Sanayotganingizda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predmet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qoʻyib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keting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Beshtaga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yetganingizda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toʻrt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chiziq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ustidan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chiziq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torting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mana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bunday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Koʻplab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alohida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chiziqlarni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sanagandan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beshtadan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osonroq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140968"/>
            <a:ext cx="857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2780928"/>
            <a:ext cx="58102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i="1" dirty="0" err="1" smtClean="0">
                <a:solidFill>
                  <a:srgbClr val="7030A0"/>
                </a:solidFill>
                <a:latin typeface="Arial Black" pitchFamily="34" charset="0"/>
                <a:cs typeface="Times New Roman" pitchFamily="18" charset="0"/>
              </a:rPr>
              <a:t>Nechta</a:t>
            </a:r>
            <a:r>
              <a:rPr lang="en-US" i="1" dirty="0" smtClean="0">
                <a:solidFill>
                  <a:srgbClr val="7030A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Arial Black" pitchFamily="34" charset="0"/>
                <a:cs typeface="Times New Roman" pitchFamily="18" charset="0"/>
              </a:rPr>
              <a:t>belgi</a:t>
            </a:r>
            <a:r>
              <a:rPr lang="en-US" i="1" dirty="0" smtClean="0">
                <a:solidFill>
                  <a:srgbClr val="7030A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Arial Black" pitchFamily="34" charset="0"/>
                <a:cs typeface="Times New Roman" pitchFamily="18" charset="0"/>
              </a:rPr>
              <a:t>aks</a:t>
            </a:r>
            <a:r>
              <a:rPr lang="en-US" i="1" dirty="0" smtClean="0">
                <a:solidFill>
                  <a:srgbClr val="7030A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Arial Black" pitchFamily="34" charset="0"/>
                <a:cs typeface="Times New Roman" pitchFamily="18" charset="0"/>
              </a:rPr>
              <a:t>etgan</a:t>
            </a:r>
            <a:r>
              <a:rPr lang="en-US" i="1" dirty="0" smtClean="0">
                <a:solidFill>
                  <a:srgbClr val="7030A0"/>
                </a:solidFill>
                <a:latin typeface="Arial Black" pitchFamily="34" charset="0"/>
                <a:cs typeface="Times New Roman" pitchFamily="18" charset="0"/>
              </a:rPr>
              <a:t>?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2204864"/>
            <a:ext cx="1296144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4581128"/>
            <a:ext cx="2467221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80112" y="2204864"/>
            <a:ext cx="2449947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Grp="1" noChangeAspect="1" noChangeArrowheads="1"/>
          </p:cNvPicPr>
          <p:nvPr>
            <p:ph sz="half" idx="1"/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904" y="2204864"/>
            <a:ext cx="962850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2.2-mashg‘ulot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Daftaringizda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vazifani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Darsligingizga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yozmang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Sanoq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jadvalida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sanayotgan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turli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guruhlar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etgan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U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yerda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sanagan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tasvirlar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belgilashingiz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alohida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bor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sz="20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484784"/>
            <a:ext cx="6480720" cy="517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Sanoq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yuqorida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tasvirlangan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guruhlar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mavjud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ularni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sanab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sanoq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belgilari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to‘ldiring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72816"/>
            <a:ext cx="7776864" cy="4892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2.3-mashg‘ulot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Daftaringizda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vazifani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Darsligingizga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yozmang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guruhda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nechtadan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borligini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koʻrsatadi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orqali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toʻldirib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Bunda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ularning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ekanligini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olasiz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2.2-mashg‘ulotdagi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sanoqdan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1628800"/>
            <a:ext cx="3731801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2.4-mashg‘ulot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340768"/>
            <a:ext cx="7632848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8445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Daftaringizda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vazifani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mevalar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toʻldiring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 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ranglarning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nomlarini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1-ustunga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rang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sanoqni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2-ustunga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 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rang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ko‘rsatkichini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3-ustunga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3212976"/>
            <a:ext cx="7128792" cy="3369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Piktogramma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soʻzlar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oʻrniga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tasvirlardan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namoyish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etiluvchi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Piktogramma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taqdim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koʻrsatish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piktogramma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tasvirlaridan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foydalaniladi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Bitta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koʻproq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o‘rnida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kela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bitta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oʻnta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sherni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bildirishi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Piktogramma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namoyish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etayotganini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koʻrsatish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kalitiga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356992"/>
            <a:ext cx="3369708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3.1-topshiriq.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Daftaringizga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vazifani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bajaring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piktogramma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nimani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ifodalamoqda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endParaRPr lang="ru-RU" sz="2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72816"/>
            <a:ext cx="7876665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4293096"/>
            <a:ext cx="2513979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340496"/>
          </a:xfrm>
        </p:spPr>
        <p:txBody>
          <a:bodyPr>
            <a:noAutofit/>
          </a:bodyPr>
          <a:lstStyle/>
          <a:p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3.2-mashg‘ulot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Qogʻoz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parchasiga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uchta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olmani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ifodalovchi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piktogramma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chizing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qoʻshishni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yoddan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chiqarmang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40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3068960"/>
            <a:ext cx="6120680" cy="2732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476672"/>
            <a:ext cx="4059936" cy="5619328"/>
          </a:xfrm>
        </p:spPr>
        <p:txBody>
          <a:bodyPr>
            <a:normAutofit/>
          </a:bodyPr>
          <a:lstStyle/>
          <a:p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Piktogrammalar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gorizontal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vertikal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boʻlishi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biror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mazmunni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ifodalashi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6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476672"/>
            <a:ext cx="4059936" cy="5619328"/>
          </a:xfrm>
        </p:spPr>
        <p:txBody>
          <a:bodyPr>
            <a:normAutofit/>
          </a:bodyPr>
          <a:lstStyle/>
          <a:p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Tasvirlaringiz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sifatidan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xavotir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olmang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maktabingizdagi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Tasviriy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san’at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darsi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imtihoni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emas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!</a:t>
            </a:r>
            <a:endParaRPr lang="ru-RU" sz="36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3.3-mashg‘ulot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Qogʻoz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parchasiga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ifodalovchi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piktogramma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556792"/>
            <a:ext cx="4896544" cy="4825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ru-RU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7200" dirty="0"/>
          </a:p>
        </p:txBody>
      </p:sp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66</TotalTime>
  <Words>331</Words>
  <Application>Microsoft Office PowerPoint</Application>
  <PresentationFormat>Экран (4:3)</PresentationFormat>
  <Paragraphs>24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Бумажная</vt:lpstr>
      <vt:lpstr>5-sinf  Informatika va  axborot texnologiyalari  Mavzu: Axborotni qiymatini hisoblash. Piktogramma yaratish. </vt:lpstr>
      <vt:lpstr>Axborotni qiymatini hisoblash</vt:lpstr>
      <vt:lpstr>2.1-mashg‘ulot</vt:lpstr>
      <vt:lpstr>Nechta belgi aks etgan?</vt:lpstr>
      <vt:lpstr>2.2-mashg‘ulot Daftaringizda quyidagi vazifani bajaring. Darsligingizga yozmang. Sanoq jadvalida siz sanayotgan turli guruhlar aks etgan. U yerda siz sanagan tasvirlar sonini belgilashingiz uchun alohida katak ham bor?</vt:lpstr>
      <vt:lpstr>Sanoq  jadvalda yuqorida tasvirlangan hayvonlar uchun guruhlar mavjud. Tasvirdagi har bir hayvonning sonini bilish uchun ularni sanab chiqing va jadvalni sanoq belgilari bilan to‘ldiring.</vt:lpstr>
      <vt:lpstr>2.3-mashg‘ulot</vt:lpstr>
      <vt:lpstr>2.4-mashg‘ulot</vt:lpstr>
      <vt:lpstr>Daftaringizda quyidagi vazifani bajaring. Tasvirdagi mevalar uchun maʼlumotlar jadvalini toʻldiring.  1.  Tasvirdagi ranglarning nomlarini 1-ustunga yozing.  2.  Har bir rang uchun sanoqni 2-ustunga kiriting.  3.  Har bir rang uchun jami miqdor ko‘rsatkichini 3-ustunga kiriting.</vt:lpstr>
      <vt:lpstr>Piktogramma</vt:lpstr>
      <vt:lpstr>3.1-topshiriq. Daftaringizga quyidagi vazifani bajaring. Quyidagi piktogramma nimani ifodalamoqda? </vt:lpstr>
      <vt:lpstr>3.2-mashg‘ulot Qogʻoz parchasiga uchta olmani ifodalovchi piktogramma chizing. Kalit qoʻshishni yoddan chiqarmang.</vt:lpstr>
      <vt:lpstr>Слайд 13</vt:lpstr>
      <vt:lpstr>3.3-mashg‘ulot Qogʻoz parchasiga ushbu tasvirdagi hayvonlar sonini ifodalovchi piktogramma chizing.</vt:lpstr>
      <vt:lpstr>Слайд 15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16</cp:revision>
  <dcterms:created xsi:type="dcterms:W3CDTF">2026-02-09T12:18:45Z</dcterms:created>
  <dcterms:modified xsi:type="dcterms:W3CDTF">2026-02-12T16:03:38Z</dcterms:modified>
</cp:coreProperties>
</file>