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8" r:id="rId3"/>
    <p:sldId id="259" r:id="rId4"/>
    <p:sldId id="272" r:id="rId5"/>
    <p:sldId id="260" r:id="rId6"/>
    <p:sldId id="273" r:id="rId7"/>
    <p:sldId id="261" r:id="rId8"/>
    <p:sldId id="274" r:id="rId9"/>
    <p:sldId id="262" r:id="rId10"/>
    <p:sldId id="275" r:id="rId11"/>
    <p:sldId id="263" r:id="rId12"/>
    <p:sldId id="276" r:id="rId13"/>
    <p:sldId id="270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000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000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000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000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40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000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sz="40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000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sz="4000" dirty="0" smtClean="0">
                <a:solidFill>
                  <a:srgbClr val="7030A0"/>
                </a:solidFill>
                <a:latin typeface="Arial Black" pitchFamily="34" charset="0"/>
              </a:rPr>
              <a:t>: Jadvallar yaratishda Microsoft Excel dasturidan foydalanish. Grafika. Diagramma va unga maʼlumotlar </a:t>
            </a:r>
            <a:r>
              <a:rPr lang="en-US" sz="4000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r>
              <a:rPr lang="en-US" sz="4000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endParaRPr lang="ru-RU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Jadvallar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yaratishda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Microsoft Excel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dasturidan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foydalanish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395536" y="1524000"/>
            <a:ext cx="8312600" cy="4572000"/>
          </a:xfrm>
        </p:spPr>
        <p:txBody>
          <a:bodyPr>
            <a:normAutofit/>
          </a:bodyPr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Microsoft Excel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dasturi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dasturi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imkonini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beruvchi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ta’minotlardan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biridir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Agar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tegishli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buyruqlarni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bilsangiz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dastur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matematik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amallarni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tashkil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ichiga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sichqonchaning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chap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marta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faollashtirib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olinadi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ichiga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so‘zlar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qo‘shiladi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Kalit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so’zlar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Microsoft Excel: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hisobkitoblarni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jadvallardan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foydalanuvchi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taʼminot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bitta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toʻrtburchak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3717032"/>
            <a:ext cx="3528392" cy="2609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764704"/>
            <a:ext cx="8466487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4.1-mashg‘ulot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Sinfingizdagi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o‘quvchilar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sogʻlom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ovqatlanish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mavzusini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oʻrganmoqda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doʻstlaringiz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sogʻlom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ovqatlanish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biror-bir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kelishingiz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sinfda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jamlangan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mevalar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ettirilgan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4.1-mashg’ulot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faylini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oching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04664"/>
            <a:ext cx="7632848" cy="604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332656"/>
            <a:ext cx="4059936" cy="5763344"/>
          </a:xfrm>
        </p:spPr>
        <p:txBody>
          <a:bodyPr/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rang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nomini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rang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boʻlishi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3428999"/>
            <a:ext cx="4680520" cy="3000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60648"/>
            <a:ext cx="7560840" cy="6400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114800" cy="12192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4.2-mashg‘ulot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Sinfingiz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hayvonot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bogʻiga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bormoqchi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Oʻqituvchingiz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barchangizdan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koʻrishni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juda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xohlayotgan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tasvirini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chizishni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soʻradi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sinf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oʻquvchilari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tomonidan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chizilgan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hayvonlar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toʻplami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sz="2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88640"/>
            <a:ext cx="4059936" cy="5907360"/>
          </a:xfrm>
        </p:spPr>
        <p:txBody>
          <a:bodyPr>
            <a:normAutofit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nomlarini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B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708920"/>
            <a:ext cx="4248472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76672"/>
            <a:ext cx="6624736" cy="6071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Arial Black" pitchFamily="34" charset="0"/>
              </a:rPr>
              <a:t>4.3-mashg‘ulot</a:t>
            </a:r>
            <a:endParaRPr lang="ru-RU" b="1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Microsoft Excel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dasturida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Aynan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hozir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piktogramma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chiqasiz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Yuqoridagi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hayvonlar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tasvirlarini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maydonchaga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“drag and drop”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usulida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ko‘chiring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dirty="0"/>
          </a:p>
        </p:txBody>
      </p:sp>
    </p:spTree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76671"/>
            <a:ext cx="8208912" cy="5838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45</TotalTime>
  <Words>263</Words>
  <Application>Microsoft Office PowerPoint</Application>
  <PresentationFormat>Экран (4:3)</PresentationFormat>
  <Paragraphs>21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Бумажная</vt:lpstr>
      <vt:lpstr>5-sinf  Informatika va  axborot texnologiyalari  Mavzu: Jadvallar yaratishda Microsoft Excel dasturidan foydalanish. Grafika. Diagramma va unga maʼlumotlar kiritish.</vt:lpstr>
      <vt:lpstr>Jadvallar yaratishda Microsoft Excel dasturidan foydalanish</vt:lpstr>
      <vt:lpstr>Kalit so’zlar</vt:lpstr>
      <vt:lpstr>Слайд 4</vt:lpstr>
      <vt:lpstr>4.1-mashg‘ulot</vt:lpstr>
      <vt:lpstr>Слайд 6</vt:lpstr>
      <vt:lpstr>Слайд 7</vt:lpstr>
      <vt:lpstr>Слайд 8</vt:lpstr>
      <vt:lpstr>4.2-mashg‘ulot</vt:lpstr>
      <vt:lpstr>Слайд 10</vt:lpstr>
      <vt:lpstr>4.3-mashg‘ulot</vt:lpstr>
      <vt:lpstr>Слайд 12</vt:lpstr>
      <vt:lpstr>Слайд 13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18</cp:revision>
  <dcterms:created xsi:type="dcterms:W3CDTF">2026-02-09T12:18:45Z</dcterms:created>
  <dcterms:modified xsi:type="dcterms:W3CDTF">2026-02-12T16:03:12Z</dcterms:modified>
</cp:coreProperties>
</file>