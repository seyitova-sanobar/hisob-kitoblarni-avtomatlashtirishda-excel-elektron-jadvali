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9" r:id="rId8"/>
    <p:sldId id="268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Заголовок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Овал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Дата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бъект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Нижний колонтитул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Заголовок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1" name="Объект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Объект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2" name="Объект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4" name="Объект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2" name="Текст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Объект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1" name="Заголовок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Дата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ru-RU" smtClean="0"/>
              <a:t>Вставка рисунка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24" name="Дата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E76936C8-F540-4865-A524-8006F3884EF1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548680"/>
            <a:ext cx="7772400" cy="5760639"/>
          </a:xfrm>
        </p:spPr>
        <p:txBody>
          <a:bodyPr>
            <a:normAutofit/>
          </a:bodyPr>
          <a:lstStyle/>
          <a:p>
            <a:r>
              <a:rPr lang="en-US" sz="6600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7-sinf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/>
            </a:r>
            <a:b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</a:b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Informatika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va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axborot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texnologiyalari</a:t>
            </a:r>
            <a:r>
              <a:rPr lang="en-US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/>
            </a:r>
            <a:br>
              <a:rPr lang="en-US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</a:b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/>
            </a:r>
            <a:b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</a:b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Mavzu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: 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Ma’lumotlarni toʻplash shaklini tuzish</a:t>
            </a:r>
            <a:endParaRPr lang="en-US" dirty="0">
              <a:solidFill>
                <a:srgbClr val="7030A0"/>
              </a:solidFill>
              <a:latin typeface="Arial Black" pitchFamily="34" charset="0"/>
              <a:cs typeface="Aharoni" pitchFamily="2" charset="-79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748953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4400" dirty="0" err="1" smtClean="0">
                <a:solidFill>
                  <a:srgbClr val="7030A0"/>
                </a:solidFill>
                <a:latin typeface="Arial Black" pitchFamily="34" charset="0"/>
                <a:ea typeface="Roboto" pitchFamily="34" charset="-122"/>
                <a:cs typeface="Roboto" pitchFamily="34" charset="-120"/>
              </a:rPr>
              <a:t>Shakl</a:t>
            </a:r>
            <a:r>
              <a:rPr lang="en-US" sz="4400" dirty="0" smtClean="0">
                <a:solidFill>
                  <a:srgbClr val="7030A0"/>
                </a:solidFill>
                <a:latin typeface="Arial Black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4400" dirty="0" err="1" smtClean="0">
                <a:solidFill>
                  <a:srgbClr val="7030A0"/>
                </a:solidFill>
                <a:latin typeface="Arial Black" pitchFamily="34" charset="0"/>
                <a:ea typeface="Roboto" pitchFamily="34" charset="-122"/>
                <a:cs typeface="Roboto" pitchFamily="34" charset="-120"/>
              </a:rPr>
              <a:t>quyidagilarga</a:t>
            </a:r>
            <a:r>
              <a:rPr lang="en-US" sz="4400" dirty="0" smtClean="0">
                <a:solidFill>
                  <a:srgbClr val="7030A0"/>
                </a:solidFill>
                <a:latin typeface="Arial Black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4400" dirty="0" err="1" smtClean="0">
                <a:solidFill>
                  <a:srgbClr val="7030A0"/>
                </a:solidFill>
                <a:latin typeface="Arial Black" pitchFamily="34" charset="0"/>
                <a:ea typeface="Roboto" pitchFamily="34" charset="-122"/>
                <a:cs typeface="Roboto" pitchFamily="34" charset="-120"/>
              </a:rPr>
              <a:t>ega</a:t>
            </a:r>
            <a:r>
              <a:rPr lang="en-US" sz="4400" dirty="0" smtClean="0">
                <a:solidFill>
                  <a:srgbClr val="7030A0"/>
                </a:solidFill>
                <a:latin typeface="Arial Black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4400" dirty="0" err="1" smtClean="0">
                <a:solidFill>
                  <a:srgbClr val="7030A0"/>
                </a:solidFill>
                <a:latin typeface="Arial Black" pitchFamily="34" charset="0"/>
                <a:ea typeface="Roboto" pitchFamily="34" charset="-122"/>
                <a:cs typeface="Roboto" pitchFamily="34" charset="-120"/>
              </a:rPr>
              <a:t>bo'lishi</a:t>
            </a:r>
            <a:r>
              <a:rPr lang="en-US" sz="4400" dirty="0" smtClean="0">
                <a:solidFill>
                  <a:srgbClr val="7030A0"/>
                </a:solidFill>
                <a:latin typeface="Arial Black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4400" dirty="0" err="1" smtClean="0">
                <a:solidFill>
                  <a:srgbClr val="7030A0"/>
                </a:solidFill>
                <a:latin typeface="Arial Black" pitchFamily="34" charset="0"/>
                <a:ea typeface="Roboto" pitchFamily="34" charset="-122"/>
                <a:cs typeface="Roboto" pitchFamily="34" charset="-120"/>
              </a:rPr>
              <a:t>kerak</a:t>
            </a:r>
            <a:r>
              <a:rPr lang="en-US" sz="4400" dirty="0" smtClean="0">
                <a:solidFill>
                  <a:srgbClr val="7030A0"/>
                </a:solidFill>
                <a:latin typeface="Arial Black" pitchFamily="34" charset="0"/>
                <a:ea typeface="Roboto" pitchFamily="34" charset="-122"/>
                <a:cs typeface="Roboto" pitchFamily="34" charset="-120"/>
              </a:rPr>
              <a:t>:</a:t>
            </a:r>
            <a:endParaRPr lang="en-US" dirty="0">
              <a:solidFill>
                <a:srgbClr val="7030A0"/>
              </a:solidFill>
              <a:latin typeface="Arial Black" pitchFamily="34" charset="0"/>
            </a:endParaRP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39552" y="1524000"/>
            <a:ext cx="8168584" cy="4572000"/>
          </a:xfrm>
        </p:spPr>
        <p:txBody>
          <a:bodyPr/>
          <a:lstStyle/>
          <a:p>
            <a:pPr marL="342900" indent="-342900" fontAlgn="auto">
              <a:spcBef>
                <a:spcPts val="0"/>
              </a:spcBef>
              <a:spcAft>
                <a:spcPts val="0"/>
              </a:spcAft>
              <a:buSzPct val="100000"/>
              <a:buFontTx/>
              <a:buChar char="•"/>
              <a:defRPr/>
            </a:pP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Munosib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sarlavha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.</a:t>
            </a:r>
            <a:endParaRPr lang="en-US" sz="32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SzPct val="100000"/>
              <a:buFontTx/>
              <a:buChar char="•"/>
              <a:defRPr/>
            </a:pP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Har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bir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ma'lumotning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nomi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.</a:t>
            </a:r>
            <a:endParaRPr lang="en-US" sz="32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SzPct val="100000"/>
              <a:buFontTx/>
              <a:buChar char="•"/>
              <a:defRPr/>
            </a:pP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Javoblar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uchun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yetarli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joy.</a:t>
            </a:r>
            <a:endParaRPr lang="en-US" sz="32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SzPct val="100000"/>
              <a:buFontTx/>
              <a:buChar char="•"/>
              <a:defRPr/>
            </a:pP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Cheklangan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tanlov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mavjud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bo'lsa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,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barcha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mumkin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bo'lgan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variantlar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.</a:t>
            </a:r>
            <a:endParaRPr lang="en-US" sz="32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00192" y="4293096"/>
            <a:ext cx="2397866" cy="1944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1713827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476672"/>
            <a:ext cx="4059936" cy="5619328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dirty="0" err="1" smtClean="0">
                <a:solidFill>
                  <a:schemeClr val="bg1"/>
                </a:solidFill>
                <a:latin typeface="Times New Roman" pitchFamily="18" charset="0"/>
                <a:ea typeface="IBM Plex Sans Medium" charset="0"/>
                <a:cs typeface="Times New Roman" pitchFamily="18" charset="0"/>
              </a:rPr>
              <a:t>Hujjatni</a:t>
            </a:r>
            <a:r>
              <a:rPr lang="en-US" sz="3200" dirty="0" smtClean="0">
                <a:solidFill>
                  <a:schemeClr val="bg1"/>
                </a:solidFill>
                <a:latin typeface="Times New Roman" pitchFamily="18" charset="0"/>
                <a:ea typeface="IBM Plex Sans Medium" charset="0"/>
                <a:cs typeface="Times New Roman" pitchFamily="18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Times New Roman" pitchFamily="18" charset="0"/>
                <a:ea typeface="IBM Plex Sans Medium" charset="0"/>
                <a:cs typeface="Times New Roman" pitchFamily="18" charset="0"/>
              </a:rPr>
              <a:t>ochish</a:t>
            </a:r>
            <a:endParaRPr lang="en-US" sz="32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200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Microsoft </a:t>
            </a:r>
            <a:r>
              <a:rPr lang="en-US" sz="3200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Wordda</a:t>
            </a:r>
            <a:r>
              <a:rPr lang="en-US" sz="3200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yangi</a:t>
            </a:r>
            <a:r>
              <a:rPr lang="en-US" sz="3200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hujjatni</a:t>
            </a:r>
            <a:r>
              <a:rPr lang="en-US" sz="3200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oching</a:t>
            </a:r>
            <a:r>
              <a:rPr lang="en-US" sz="3200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.</a:t>
            </a:r>
            <a:endParaRPr lang="en-US" sz="32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3200" dirty="0" smtClean="0">
              <a:solidFill>
                <a:schemeClr val="bg1"/>
              </a:solidFill>
              <a:latin typeface="Times New Roman" pitchFamily="18" charset="0"/>
              <a:ea typeface="IBM Plex Sans Medium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dirty="0" err="1" smtClean="0">
                <a:solidFill>
                  <a:schemeClr val="bg1"/>
                </a:solidFill>
                <a:latin typeface="Times New Roman" pitchFamily="18" charset="0"/>
                <a:ea typeface="IBM Plex Sans Medium" charset="0"/>
                <a:cs typeface="Times New Roman" pitchFamily="18" charset="0"/>
              </a:rPr>
              <a:t>Hujjatni</a:t>
            </a:r>
            <a:r>
              <a:rPr lang="en-US" sz="3200" dirty="0" smtClean="0">
                <a:solidFill>
                  <a:schemeClr val="bg1"/>
                </a:solidFill>
                <a:latin typeface="Times New Roman" pitchFamily="18" charset="0"/>
                <a:ea typeface="IBM Plex Sans Medium" charset="0"/>
                <a:cs typeface="Times New Roman" pitchFamily="18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Times New Roman" pitchFamily="18" charset="0"/>
                <a:ea typeface="IBM Plex Sans Medium" charset="0"/>
                <a:cs typeface="Times New Roman" pitchFamily="18" charset="0"/>
              </a:rPr>
              <a:t>saqlash</a:t>
            </a:r>
            <a:endParaRPr lang="en-US" sz="32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200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Hujjatingizni</a:t>
            </a:r>
            <a:r>
              <a:rPr lang="en-US" sz="3200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 “</a:t>
            </a:r>
            <a:r>
              <a:rPr lang="en-US" sz="3200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Kitob</a:t>
            </a:r>
            <a:r>
              <a:rPr lang="en-US" sz="3200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shakli</a:t>
            </a:r>
            <a:r>
              <a:rPr lang="en-US" sz="3200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” </a:t>
            </a:r>
            <a:r>
              <a:rPr lang="en-US" sz="3200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kabi</a:t>
            </a:r>
            <a:r>
              <a:rPr lang="en-US" sz="3200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mos</a:t>
            </a:r>
            <a:r>
              <a:rPr lang="en-US" sz="3200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nom </a:t>
            </a:r>
            <a:r>
              <a:rPr lang="en-US" sz="3200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bilan</a:t>
            </a:r>
            <a:r>
              <a:rPr lang="en-US" sz="3200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saqlang</a:t>
            </a:r>
            <a:r>
              <a:rPr lang="en-US" sz="3200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.</a:t>
            </a:r>
            <a:endParaRPr lang="en-US" sz="32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404664"/>
            <a:ext cx="4059936" cy="5691336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dirty="0" err="1" smtClean="0">
                <a:solidFill>
                  <a:schemeClr val="bg1"/>
                </a:solidFill>
                <a:latin typeface="Times New Roman" pitchFamily="18" charset="0"/>
                <a:ea typeface="IBM Plex Sans Medium" charset="0"/>
                <a:cs typeface="Times New Roman" pitchFamily="18" charset="0"/>
              </a:rPr>
              <a:t>Sarlavha</a:t>
            </a:r>
            <a:r>
              <a:rPr lang="en-US" sz="3200" dirty="0" smtClean="0">
                <a:solidFill>
                  <a:schemeClr val="bg1"/>
                </a:solidFill>
                <a:latin typeface="Times New Roman" pitchFamily="18" charset="0"/>
                <a:ea typeface="IBM Plex Sans Medium" charset="0"/>
                <a:cs typeface="Times New Roman" pitchFamily="18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Times New Roman" pitchFamily="18" charset="0"/>
                <a:ea typeface="IBM Plex Sans Medium" charset="0"/>
                <a:cs typeface="Times New Roman" pitchFamily="18" charset="0"/>
              </a:rPr>
              <a:t>va</a:t>
            </a:r>
            <a:r>
              <a:rPr lang="en-US" sz="3200" dirty="0" smtClean="0">
                <a:solidFill>
                  <a:schemeClr val="bg1"/>
                </a:solidFill>
                <a:latin typeface="Times New Roman" pitchFamily="18" charset="0"/>
                <a:ea typeface="IBM Plex Sans Medium" charset="0"/>
                <a:cs typeface="Times New Roman" pitchFamily="18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Times New Roman" pitchFamily="18" charset="0"/>
                <a:ea typeface="IBM Plex Sans Medium" charset="0"/>
                <a:cs typeface="Times New Roman" pitchFamily="18" charset="0"/>
              </a:rPr>
              <a:t>Annotatsiya</a:t>
            </a:r>
            <a:endParaRPr lang="en-US" sz="32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3200" dirty="0" smtClean="0">
              <a:solidFill>
                <a:schemeClr val="bg1"/>
              </a:solidFill>
              <a:latin typeface="Times New Roman" pitchFamily="18" charset="0"/>
              <a:ea typeface="Roboto" pitchFamily="34" charset="-122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Sahifaning</a:t>
            </a:r>
            <a:r>
              <a:rPr lang="en-US" sz="3200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yuqori</a:t>
            </a:r>
            <a:r>
              <a:rPr lang="en-US" sz="3200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qismiga</a:t>
            </a:r>
            <a:r>
              <a:rPr lang="en-US" sz="3200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mos</a:t>
            </a:r>
            <a:r>
              <a:rPr lang="en-US" sz="3200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sarlavha</a:t>
            </a:r>
            <a:r>
              <a:rPr lang="en-US" sz="3200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qo'ying</a:t>
            </a:r>
            <a:r>
              <a:rPr lang="en-US" sz="3200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va</a:t>
            </a:r>
            <a:r>
              <a:rPr lang="en-US" sz="3200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shaklni</a:t>
            </a:r>
            <a:r>
              <a:rPr lang="en-US" sz="3200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to'ldirish</a:t>
            </a:r>
            <a:r>
              <a:rPr lang="en-US" sz="3200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bo'yicha</a:t>
            </a:r>
            <a:r>
              <a:rPr lang="en-US" sz="3200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qisqacha</a:t>
            </a:r>
            <a:r>
              <a:rPr lang="en-US" sz="3200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ko'rsatma</a:t>
            </a:r>
            <a:r>
              <a:rPr lang="en-US" sz="3200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yozing</a:t>
            </a:r>
            <a:r>
              <a:rPr lang="en-US" sz="3200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.</a:t>
            </a:r>
            <a:endParaRPr lang="en-US" sz="32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531926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332656"/>
            <a:ext cx="4059936" cy="5763344"/>
          </a:xfrm>
        </p:spPr>
        <p:txBody>
          <a:bodyPr>
            <a:normAutofit/>
          </a:bodyPr>
          <a:lstStyle/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IBM Plex Sans Medium" charset="0"/>
                <a:cs typeface="Times New Roman" pitchFamily="18" charset="0"/>
              </a:rPr>
              <a:t>Maydon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IBM Plex Sans Medium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IBM Plex Sans Medium" charset="0"/>
                <a:cs typeface="Times New Roman" pitchFamily="18" charset="0"/>
              </a:rPr>
              <a:t>nomlari</a:t>
            </a:r>
            <a:endParaRPr lang="en-US" sz="2800" i="1" dirty="0" smtClean="0">
              <a:solidFill>
                <a:schemeClr val="bg1"/>
              </a:solidFill>
              <a:latin typeface="Times New Roman" pitchFamily="18" charset="0"/>
              <a:ea typeface="IBM Plex Sans Medium" charset="0"/>
              <a:cs typeface="Times New Roman" pitchFamily="18" charset="0"/>
            </a:endParaRPr>
          </a:p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28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Har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bir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ma'lumotning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nomini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yozing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va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javoblar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uchun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yetarli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joy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qoldiring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(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masalan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,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nuqtalar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yoki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kvadrat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shaklida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).</a:t>
            </a:r>
          </a:p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2800" i="1" dirty="0" smtClean="0">
              <a:solidFill>
                <a:schemeClr val="bg1"/>
              </a:solidFill>
              <a:latin typeface="Times New Roman" pitchFamily="18" charset="0"/>
              <a:ea typeface="Roboto" pitchFamily="34" charset="-122"/>
              <a:cs typeface="Times New Roman" pitchFamily="18" charset="0"/>
            </a:endParaRPr>
          </a:p>
          <a:p>
            <a:pPr>
              <a:lnSpc>
                <a:spcPts val="2850"/>
              </a:lnSpc>
              <a:spcBef>
                <a:spcPts val="0"/>
              </a:spcBef>
              <a:defRPr/>
            </a:pP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Shaklning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o'qilishi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oson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va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tushunarli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bo'lishi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kerak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.</a:t>
            </a:r>
          </a:p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28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800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332656"/>
            <a:ext cx="4059936" cy="5763344"/>
          </a:xfrm>
        </p:spPr>
        <p:txBody>
          <a:bodyPr>
            <a:norm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IBM Plex Sans Medium" charset="0"/>
                <a:cs typeface="Times New Roman" pitchFamily="18" charset="0"/>
              </a:rPr>
              <a:t>Variantlar</a:t>
            </a:r>
            <a:endParaRPr lang="en-US" sz="3200" i="1" dirty="0" smtClean="0">
              <a:solidFill>
                <a:schemeClr val="bg1"/>
              </a:solidFill>
              <a:latin typeface="Times New Roman" pitchFamily="18" charset="0"/>
              <a:ea typeface="IBM Plex Sans Medium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32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Agar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variantlari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mavjud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bo'lsa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,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ulardan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birini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tanlashni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so'rang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(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masalan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,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Kitob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janri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: Drama /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Triller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).</a:t>
            </a:r>
            <a:endParaRPr lang="en-US" sz="32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3200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22001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404664"/>
            <a:ext cx="4059936" cy="5691336"/>
          </a:xfrm>
        </p:spPr>
        <p:txBody>
          <a:bodyPr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i="1" dirty="0" err="1" smtClean="0">
                <a:solidFill>
                  <a:srgbClr val="7030A0"/>
                </a:solidFill>
                <a:latin typeface="Times New Roman" pitchFamily="18" charset="0"/>
                <a:ea typeface="IBM Plex Sans Medium" charset="0"/>
                <a:cs typeface="Times New Roman" pitchFamily="18" charset="0"/>
              </a:rPr>
              <a:t>Formatlash</a:t>
            </a:r>
            <a:endParaRPr lang="en-US" sz="3600" i="1" dirty="0" smtClean="0">
              <a:solidFill>
                <a:srgbClr val="7030A0"/>
              </a:solidFill>
              <a:latin typeface="Times New Roman" pitchFamily="18" charset="0"/>
              <a:ea typeface="IBM Plex Sans Medium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Sana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yoki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raqamlar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uchun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bo'shliqlarni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chiziqlar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yordamida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ko'rsating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(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masalan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,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Tug'ilgan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sana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: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   .... / .... / ....).</a:t>
            </a:r>
            <a:endParaRPr lang="en-US" sz="24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4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36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Sinov</a:t>
            </a:r>
            <a:endParaRPr lang="en-US" sz="3600" i="1" dirty="0" smtClean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Formani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chop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eting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va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misol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tariqasida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ma'lumotlarni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yozib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sinab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ko'ring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.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Kerak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bo'lsa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,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o'zgartiring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.</a:t>
            </a:r>
            <a:endParaRPr lang="en-US" sz="24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400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32040" y="476672"/>
            <a:ext cx="3672408" cy="5832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2884871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476672"/>
            <a:ext cx="4059936" cy="5619328"/>
          </a:xfrm>
        </p:spPr>
        <p:txBody>
          <a:bodyPr>
            <a:normAutofit/>
          </a:bodyPr>
          <a:lstStyle/>
          <a:p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Taqdimotingizni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yaxshiroq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qilish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uchun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shaklingizga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tasvirlar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qo'shishingiz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mumkin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.</a:t>
            </a:r>
          </a:p>
          <a:p>
            <a:endParaRPr lang="en-US" sz="3200" i="1" dirty="0" smtClean="0">
              <a:solidFill>
                <a:schemeClr val="bg1"/>
              </a:solidFill>
              <a:latin typeface="Times New Roman" pitchFamily="18" charset="0"/>
              <a:ea typeface="Roboto" pitchFamily="34" charset="-122"/>
              <a:cs typeface="Times New Roman" pitchFamily="18" charset="0"/>
            </a:endParaRPr>
          </a:p>
          <a:p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Misol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shakl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: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Kitob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nomi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,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Muallif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, ISBN,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Janr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,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Narxi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,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Nashr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qilingan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vaqt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.</a:t>
            </a:r>
            <a:endParaRPr lang="en-US" sz="32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3200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476672"/>
            <a:ext cx="4059936" cy="5619328"/>
          </a:xfrm>
        </p:spPr>
        <p:txBody>
          <a:bodyPr>
            <a:normAutofit/>
          </a:bodyPr>
          <a:lstStyle/>
          <a:p>
            <a:pPr marL="342900" indent="-342900" fontAlgn="auto">
              <a:spcBef>
                <a:spcPts val="0"/>
              </a:spcBef>
              <a:spcAft>
                <a:spcPts val="0"/>
              </a:spcAft>
              <a:buSzPct val="100000"/>
              <a:buFontTx/>
              <a:buChar char="•"/>
              <a:defRPr/>
            </a:pP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Tasvirlarning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mavzuga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doir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ekanligiga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ishonch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hosil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qiling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.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SzPct val="100000"/>
              <a:buFontTx/>
              <a:buChar char="•"/>
              <a:defRPr/>
            </a:pPr>
            <a:endParaRPr lang="en-US" sz="32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SzPct val="100000"/>
              <a:buFontTx/>
              <a:buChar char="•"/>
              <a:defRPr/>
            </a:pP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Ular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butun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sahifani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egallamasligi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kerak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,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aksincha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,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ma'lumotlar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muhimroqdir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.</a:t>
            </a:r>
            <a:endParaRPr lang="en-US" sz="32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3200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645826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332656"/>
            <a:ext cx="7992888" cy="6032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604867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9600" dirty="0" smtClean="0">
              <a:solidFill>
                <a:srgbClr val="7030A0"/>
              </a:solidFill>
              <a:latin typeface="Aharoni" pitchFamily="2" charset="-79"/>
              <a:cs typeface="Aharoni" pitchFamily="2" charset="-79"/>
            </a:endParaRPr>
          </a:p>
          <a:p>
            <a:pPr marL="0" indent="0" algn="ctr">
              <a:buNone/>
            </a:pPr>
            <a:r>
              <a:rPr lang="en-US" sz="8000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E’tiboringiz</a:t>
            </a:r>
            <a:r>
              <a:rPr lang="en-US" sz="8000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sz="8000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uchun</a:t>
            </a:r>
            <a:r>
              <a:rPr lang="en-US" sz="8000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sz="8000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rahmat</a:t>
            </a:r>
            <a:endParaRPr lang="en-US" sz="8000" dirty="0">
              <a:solidFill>
                <a:srgbClr val="7030A0"/>
              </a:solidFill>
              <a:latin typeface="Arial Black" pitchFamily="34" charset="0"/>
              <a:cs typeface="Aharoni" pitchFamily="2" charset="-79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6782446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Бумажная">
  <a:themeElements>
    <a:clrScheme name="Бумажная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Бумажная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Бумажная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50</TotalTime>
  <Words>204</Words>
  <Application>Microsoft Office PowerPoint</Application>
  <PresentationFormat>Экран (4:3)</PresentationFormat>
  <Paragraphs>36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Бумажная</vt:lpstr>
      <vt:lpstr>7-sinf Informatika va axborot texnologiyalari  Mavzu: Ma’lumotlarni toʻplash shaklini tuzish</vt:lpstr>
      <vt:lpstr>Shakl quyidagilarga ega bo'lishi kerak:</vt:lpstr>
      <vt:lpstr>Слайд 3</vt:lpstr>
      <vt:lpstr>Слайд 4</vt:lpstr>
      <vt:lpstr>Слайд 5</vt:lpstr>
      <vt:lpstr>Слайд 6</vt:lpstr>
      <vt:lpstr>Слайд 7</vt:lpstr>
      <vt:lpstr>Слайд 8</vt:lpstr>
    </vt:vector>
  </TitlesOfParts>
  <Company>Home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7-sinf Informatika va axborot texnologiyalari Mavzu: Elektron jadvalni loyihalash. Dizayn shakllantirish</dc:title>
  <dc:creator>Пользователь</dc:creator>
  <cp:lastModifiedBy>Пользователь</cp:lastModifiedBy>
  <cp:revision>13</cp:revision>
  <dcterms:created xsi:type="dcterms:W3CDTF">2026-02-10T06:20:42Z</dcterms:created>
  <dcterms:modified xsi:type="dcterms:W3CDTF">2026-02-12T13:46:11Z</dcterms:modified>
</cp:coreProperties>
</file>