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9" r:id="rId4"/>
    <p:sldId id="270" r:id="rId5"/>
    <p:sldId id="271" r:id="rId6"/>
    <p:sldId id="272" r:id="rId7"/>
    <p:sldId id="259" r:id="rId8"/>
    <p:sldId id="260" r:id="rId9"/>
    <p:sldId id="261" r:id="rId10"/>
    <p:sldId id="273" r:id="rId11"/>
    <p:sldId id="274" r:id="rId12"/>
    <p:sldId id="275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b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  <a:t>Modellashtirish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endParaRPr lang="en-US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548680"/>
            <a:ext cx="4059936" cy="5547320"/>
          </a:xfrm>
        </p:spPr>
        <p:txBody>
          <a:bodyPr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jadvalingizdagi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formulalar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yordamida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ma'lumotlarni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o'zgartirib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nima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o'zgarishini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kuzatish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modellashtirish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deyiladi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O'yin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konsoli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ko'rib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chiqamiz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476672"/>
            <a:ext cx="4059936" cy="5619328"/>
          </a:xfrm>
        </p:spPr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O’yin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konsoli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sotib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olish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dastlab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Cho’ntak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puli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10000</a:t>
            </a:r>
          </a:p>
          <a:p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Sarflanadigan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3500</a:t>
            </a:r>
          </a:p>
          <a:p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Tejaladigan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6500</a:t>
            </a:r>
          </a:p>
          <a:p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O’yin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konsoli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799990</a:t>
            </a:r>
          </a:p>
          <a:p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Haftalar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sz="2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123</a:t>
            </a:r>
          </a:p>
          <a:p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1382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691336"/>
          </a:xfrm>
        </p:spPr>
        <p:txBody>
          <a:bodyPr/>
          <a:lstStyle/>
          <a:p>
            <a:pPr>
              <a:buNone/>
            </a:pP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haftada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sarflanadigan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0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so’m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bo’lsa</a:t>
            </a:r>
            <a:endParaRPr lang="en-US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Cho’ntak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10000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Sarflanadigan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0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Tejaladigan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6500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O’yin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konsoli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799990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Haftalar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80</a:t>
            </a:r>
            <a:endPara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645024"/>
            <a:ext cx="8316416" cy="2362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Cho’ntak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20000</a:t>
            </a:r>
            <a:endPara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Sarflanadigan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3500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Tejaladigan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16500</a:t>
            </a:r>
            <a:endPara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Haftalar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48</a:t>
            </a:r>
            <a:endPara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50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haftada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maqsadga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erishish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933056"/>
            <a:ext cx="8667669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Cho’ntak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19000</a:t>
            </a:r>
            <a:endPara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Sarflanadigan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3500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Tejaladigan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15500</a:t>
            </a:r>
            <a:endPara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Haftalar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52</a:t>
            </a:r>
            <a:endPara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50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haftada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maqsadga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erishish</a:t>
            </a:r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149080"/>
            <a:ext cx="8604448" cy="24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Cho’ntak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19500</a:t>
            </a:r>
            <a:endPara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Sarflanadigan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3500</a:t>
            </a: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Tejaladigan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16000</a:t>
            </a:r>
            <a:endPara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Haftalar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50</a:t>
            </a:r>
            <a:endParaRPr lang="en-US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50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haftada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maqsadga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erishish</a:t>
            </a:r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077072"/>
            <a:ext cx="8564774" cy="2469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b="1" dirty="0" smtClean="0">
                <a:solidFill>
                  <a:srgbClr val="7030A0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5.1-5.3-mashg'ulot: </a:t>
            </a:r>
            <a:r>
              <a:rPr lang="en-US" sz="4000" b="1" dirty="0" err="1" smtClean="0">
                <a:solidFill>
                  <a:srgbClr val="7030A0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Yangi</a:t>
            </a:r>
            <a:r>
              <a:rPr lang="en-US" sz="4000" b="1" dirty="0" smtClean="0">
                <a:solidFill>
                  <a:srgbClr val="7030A0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Konsol</a:t>
            </a:r>
            <a:r>
              <a:rPr lang="en-US" sz="4000" b="1" dirty="0" smtClean="0">
                <a:solidFill>
                  <a:srgbClr val="7030A0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va</a:t>
            </a:r>
            <a:r>
              <a:rPr lang="en-US" sz="4000" b="1" dirty="0" smtClean="0">
                <a:solidFill>
                  <a:srgbClr val="7030A0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  <a:latin typeface="Times New Roman" pitchFamily="18" charset="0"/>
                <a:ea typeface="IBM Plex Sans Medium" pitchFamily="34" charset="-122"/>
                <a:cs typeface="Times New Roman" pitchFamily="18" charset="0"/>
              </a:rPr>
              <a:t>Tejamkorlik</a:t>
            </a:r>
            <a:endParaRPr lang="en-US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Yangi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konsol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999 990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so'mlik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yangi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konsolni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sotib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olish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necha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hafta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tejash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kerak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?</a:t>
            </a:r>
          </a:p>
          <a:p>
            <a:endParaRPr lang="en-US" sz="3200" i="1" dirty="0" smtClean="0">
              <a:solidFill>
                <a:schemeClr val="bg1"/>
              </a:solidFill>
              <a:latin typeface="Times New Roman" pitchFamily="18" charset="0"/>
              <a:ea typeface="Roboto" pitchFamily="34" charset="-122"/>
              <a:cs typeface="Times New Roman" pitchFamily="18" charset="0"/>
            </a:endParaRPr>
          </a:p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154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hafta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!!!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Daromadni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oshirish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Haftalik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cho'ntak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puliga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10 000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so'm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qo'shilsa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konsolni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qancha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vaqtda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olish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mumkin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?</a:t>
            </a:r>
          </a:p>
          <a:p>
            <a:endParaRPr lang="en-US" sz="3200" i="1" dirty="0" smtClean="0">
              <a:solidFill>
                <a:schemeClr val="bg1"/>
              </a:solidFill>
              <a:latin typeface="Times New Roman" pitchFamily="18" charset="0"/>
              <a:ea typeface="Roboto" pitchFamily="34" charset="-122"/>
              <a:cs typeface="Times New Roman" pitchFamily="18" charset="0"/>
            </a:endParaRPr>
          </a:p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61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hafta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!!!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31926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90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haftalik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maqsad</a:t>
            </a:r>
            <a:endParaRPr lang="en-US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219256" cy="4572000"/>
          </a:xfrm>
        </p:spPr>
        <p:txBody>
          <a:bodyPr/>
          <a:lstStyle/>
          <a:p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Agar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umuman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pul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sarflamasangiz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90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hafta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ichida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konsol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qancha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haftalik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cho'ntak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puli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kerak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?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ea typeface="Roboto" pitchFamily="34" charset="-122"/>
              <a:cs typeface="Times New Roman" pitchFamily="18" charset="0"/>
            </a:endParaRPr>
          </a:p>
          <a:p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11100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so’m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bo’lishi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kerak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3933056"/>
            <a:ext cx="8610368" cy="24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622001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2 000 000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soʿm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foyda</a:t>
            </a:r>
            <a:endParaRPr lang="en-US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147248" cy="4857328"/>
          </a:xfrm>
        </p:spPr>
        <p:txBody>
          <a:bodyPr/>
          <a:lstStyle/>
          <a:p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280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raqobatchi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bilan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2 000 000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so'm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foyda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olish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ishtirok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narxini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qanchaga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oshirish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kerak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?</a:t>
            </a:r>
            <a:endParaRPr lang="en-US" sz="36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645024"/>
            <a:ext cx="8333289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884871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200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raqib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bilan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zarar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ko'rmaslik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eng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kam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ishtirok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to'lovi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qancha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bo'lishi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kerak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?</a:t>
            </a:r>
            <a:endParaRPr lang="en-US" sz="4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200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raqib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5" y="3789040"/>
            <a:ext cx="7938289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300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raqib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5 000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so'm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ishtirok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to'lovi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bilan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birinchi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sovrin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eng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katta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qiymat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qancha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?</a:t>
            </a:r>
          </a:p>
          <a:p>
            <a:endParaRPr lang="en-US" sz="3200" i="1" dirty="0" smtClean="0">
              <a:solidFill>
                <a:schemeClr val="bg1"/>
              </a:solidFill>
              <a:latin typeface="Times New Roman" pitchFamily="18" charset="0"/>
              <a:ea typeface="Roboto" pitchFamily="34" charset="-122"/>
              <a:cs typeface="Times New Roman" pitchFamily="18" charset="0"/>
            </a:endParaRPr>
          </a:p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300*5000=1500000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so’m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ea typeface="Roboto" pitchFamily="34" charset="-122"/>
              <a:cs typeface="Times New Roman" pitchFamily="18" charset="0"/>
            </a:endParaRPr>
          </a:p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1500000-(2-sovrin)-(1-sovrin)=1500000-500000-200000=800000</a:t>
            </a:r>
          </a:p>
          <a:p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Demak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: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birinchi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sovrin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eng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katta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qiymat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800000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so’m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ekan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300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raqib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va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sovrin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836712"/>
            <a:ext cx="8522885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82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77</TotalTime>
  <Words>288</Words>
  <Application>Microsoft Office PowerPoint</Application>
  <PresentationFormat>Экран (4:3)</PresentationFormat>
  <Paragraphs>56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Бумажная</vt:lpstr>
      <vt:lpstr>7-sinf  Informatika va axborot texnologiyalari Mavzu: Modellashtirish </vt:lpstr>
      <vt:lpstr>Слайд 2</vt:lpstr>
      <vt:lpstr>Слайд 3</vt:lpstr>
      <vt:lpstr>50 haftada maqsadga erishish</vt:lpstr>
      <vt:lpstr>50 haftada maqsadga erishish</vt:lpstr>
      <vt:lpstr>50 haftada maqsadga erishish</vt:lpstr>
      <vt:lpstr>5.1-5.3-mashg'ulot: Yangi Konsol va Tejamkorlik</vt:lpstr>
      <vt:lpstr>90 haftalik maqsad</vt:lpstr>
      <vt:lpstr>2 000 000 soʿm foyda</vt:lpstr>
      <vt:lpstr>200 raqib</vt:lpstr>
      <vt:lpstr>300 raqib va sovrin</vt:lpstr>
      <vt:lpstr>Слайд 12</vt:lpstr>
      <vt:lpstr>Слайд 13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17</cp:revision>
  <dcterms:created xsi:type="dcterms:W3CDTF">2026-02-10T06:20:42Z</dcterms:created>
  <dcterms:modified xsi:type="dcterms:W3CDTF">2026-02-12T13:14:59Z</dcterms:modified>
</cp:coreProperties>
</file>