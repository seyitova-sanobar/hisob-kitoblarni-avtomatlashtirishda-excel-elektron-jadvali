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9" r:id="rId5"/>
    <p:sldId id="260" r:id="rId6"/>
    <p:sldId id="270" r:id="rId7"/>
    <p:sldId id="262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  <a:t>Elektron jadvalni formatlash</a:t>
            </a:r>
            <a:endParaRPr lang="en-US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smtClean="0">
                <a:solidFill>
                  <a:srgbClr val="7030A0"/>
                </a:solidFill>
                <a:latin typeface="Arial Black" pitchFamily="34" charset="0"/>
              </a:rPr>
              <a:t>Merge &amp; Center: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291264" cy="4572000"/>
          </a:xfrm>
        </p:spPr>
        <p:txBody>
          <a:bodyPr>
            <a:normAutofit/>
          </a:bodyPr>
          <a:lstStyle/>
          <a:p>
            <a:r>
              <a:rPr lang="sv-SE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 nechta kataklarni bitta katakka birlashtirish</a:t>
            </a:r>
          </a:p>
          <a:p>
            <a:endParaRPr lang="en-US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3212976"/>
            <a:ext cx="5012712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7138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412504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Aldan F2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gacha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kataklarni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belgilang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b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Merge and Center</a:t>
            </a:r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tugmasi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bu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kataklarni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bitta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katakka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birlashtiring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4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068960"/>
            <a:ext cx="8081126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53192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691336"/>
          </a:xfrm>
        </p:spPr>
        <p:txBody>
          <a:bodyPr/>
          <a:lstStyle/>
          <a:p>
            <a:pPr>
              <a:buNone/>
            </a:pP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Endi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ushbu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ko'rib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turgan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to'rtburchak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maydonga</a:t>
            </a:r>
            <a:endParaRPr lang="en-US" sz="2800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sarlavha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qo'yishingiz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2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O'yin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konsolining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narxi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: 500000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so'm</a:t>
            </a:r>
            <a:endParaRPr lang="en-US" sz="2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Haftalik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daromad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puli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: 150000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so'm</a:t>
            </a:r>
            <a:endParaRPr lang="en-US" sz="2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Har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sarflanadigan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pul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: -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so'm</a:t>
            </a:r>
            <a:endParaRPr lang="en-US" sz="2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davomida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tejalgan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mablag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': 150000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so'm</a:t>
            </a:r>
            <a:endParaRPr lang="en-US" sz="2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Haftalar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soni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: 333</a:t>
            </a:r>
            <a:endParaRPr lang="en-US" sz="2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645024"/>
            <a:ext cx="7863274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404664"/>
            <a:ext cx="8003232" cy="5691336"/>
          </a:xfrm>
        </p:spPr>
        <p:txBody>
          <a:bodyPr/>
          <a:lstStyle/>
          <a:p>
            <a:pPr marL="342900" indent="-342900" algn="ctr" fontAlgn="auto"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Shriftni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formatlash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ea typeface="IBM Plex Sans Medium" pitchFamily="34" charset="-122"/>
              <a:cs typeface="Times New Roman" pitchFamily="18" charset="0"/>
            </a:endParaRPr>
          </a:p>
          <a:p>
            <a:pPr marL="342900" indent="-342900" algn="ctr" fontAlgn="auto"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Shrift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turi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qalin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tagiga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chizilgan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qilib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qo'yishingiz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Shrift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rangini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o'zgartirishingiz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Matnni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chapdan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markazdan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yoki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o'ngdan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tekislashingiz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22001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04664"/>
            <a:ext cx="8208912" cy="6053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 smtClean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Katak</a:t>
            </a:r>
            <a:r>
              <a:rPr lang="en-US" sz="4400" dirty="0" smtClean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fonining</a:t>
            </a:r>
            <a:r>
              <a:rPr lang="en-US" sz="4400" dirty="0" smtClean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rangi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SzPct val="100000"/>
              <a:buNone/>
            </a:pP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Bo'yash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uskunasi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 (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chelakcha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)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yonidagi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strelka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belgisini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bosing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.</a:t>
            </a:r>
          </a:p>
          <a:p>
            <a:pPr marL="342900" indent="-342900">
              <a:buSzPct val="100000"/>
              <a:buNone/>
            </a:pPr>
            <a:endParaRPr lang="en-US" sz="3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None/>
            </a:pP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Keyin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rangni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charset="0"/>
                <a:cs typeface="Times New Roman" pitchFamily="18" charset="0"/>
              </a:rPr>
              <a:t>tanlang</a:t>
            </a:r>
            <a:r>
              <a:rPr lang="en-US" sz="2800" dirty="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700808"/>
            <a:ext cx="360771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4582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shrift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matnning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qolgan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qismiga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kattaroq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o‘lchamda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bo‘lishi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qalin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shriftda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bo‘lishi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qator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joylashgan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bo‘lishi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birlashtirishingiz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7.1-mashg‘ulot.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Sarlavha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qo’shing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365104"/>
            <a:ext cx="8316415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keluvchi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turidan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xil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mavzudan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xil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shrift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o‘lchamlari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ranglarini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ishlatishdan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saqlaning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7.1-mashg‘ulot. 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Shrift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turini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o'zgartirish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653136"/>
            <a:ext cx="8316415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chegara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chiziqlari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ko‘rinishlari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jadvalingizga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kelishiga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ishonch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Oxirgi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atrofidagi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chegarani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boshqalarnikidan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qalin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qo‘ying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7.3-mashg'ulot: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Chegara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chiziqlari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005064"/>
            <a:ext cx="7994679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ba’zi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rang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berishingiz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ranglardan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foydalanishingiz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haqida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yaxshilab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o‘ylab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Shrift rang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ustidan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ko‘rinishiga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ishonch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quyuq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quyuq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shriftda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yozishdan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saqlaning</a:t>
            </a:r>
            <a:r>
              <a:rPr lang="en-US" sz="3200" i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7.4-mashg'ulot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56</TotalTime>
  <Words>250</Words>
  <Application>Microsoft Office PowerPoint</Application>
  <PresentationFormat>Экран (4:3)</PresentationFormat>
  <Paragraphs>34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Бумажная</vt:lpstr>
      <vt:lpstr>7-sinf Informatika va axborot texnologiyalari  Mavzu: Elektron jadvalni formatlash</vt:lpstr>
      <vt:lpstr>Merge &amp; Center:</vt:lpstr>
      <vt:lpstr>Aldan F2 gacha kataklarni belgilang va Merge and Center tugmasi bu kataklarni bitta katakka birlashtiring.</vt:lpstr>
      <vt:lpstr>Слайд 4</vt:lpstr>
      <vt:lpstr>Слайд 5</vt:lpstr>
      <vt:lpstr>Слайд 6</vt:lpstr>
      <vt:lpstr>Katak fonining rangi</vt:lpstr>
      <vt:lpstr>7.1-mashg‘ulot. Sarlavha qo’shing.</vt:lpstr>
      <vt:lpstr>7.1-mashg‘ulot. Shrift turini o'zgartirish</vt:lpstr>
      <vt:lpstr>7.3-mashg'ulot: Chegara chiziqlari</vt:lpstr>
      <vt:lpstr>7.4-mashg'ulot</vt:lpstr>
      <vt:lpstr>Слайд 12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15</cp:revision>
  <dcterms:created xsi:type="dcterms:W3CDTF">2026-02-10T06:20:42Z</dcterms:created>
  <dcterms:modified xsi:type="dcterms:W3CDTF">2026-02-12T14:25:56Z</dcterms:modified>
</cp:coreProperties>
</file>