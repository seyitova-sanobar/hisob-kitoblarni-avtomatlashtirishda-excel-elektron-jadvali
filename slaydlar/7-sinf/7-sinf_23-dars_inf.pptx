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0" r:id="rId9"/>
    <p:sldId id="271" r:id="rId10"/>
    <p:sldId id="273" r:id="rId11"/>
    <p:sldId id="274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Elektron jadval natijalarini diagramma sifatida taqdim etish</a:t>
            </a:r>
            <a:endParaRPr lang="en-US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7030A0"/>
                </a:solidFill>
                <a:latin typeface="Arial Black" pitchFamily="34" charset="0"/>
              </a:rPr>
              <a:t>Elektron jadval natijalarini diagramma sifatida </a:t>
            </a:r>
            <a:r>
              <a:rPr lang="en-US" sz="3600" b="1" dirty="0" err="1" smtClean="0">
                <a:solidFill>
                  <a:srgbClr val="7030A0"/>
                </a:solidFill>
                <a:latin typeface="Arial Black" pitchFamily="34" charset="0"/>
              </a:rPr>
              <a:t>taqdim</a:t>
            </a:r>
            <a:r>
              <a:rPr lang="en-US" sz="3600" b="1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3600" b="1" dirty="0" err="1" smtClean="0">
                <a:solidFill>
                  <a:srgbClr val="7030A0"/>
                </a:solidFill>
                <a:latin typeface="Arial Black" pitchFamily="34" charset="0"/>
              </a:rPr>
              <a:t>etish</a:t>
            </a:r>
            <a:endParaRPr lang="en-US" sz="3600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o‘qish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talqin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bo‘lishi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Ba’zan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osonroq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Birinchi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navbatda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ma‘lumot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kiritilgan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Sarlavhalarni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belgilaganingizga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ishonch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3960440" cy="5183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7138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332656"/>
            <a:ext cx="4059936" cy="5763344"/>
          </a:xfrm>
        </p:spPr>
        <p:txBody>
          <a:bodyPr>
            <a:noAutofit/>
          </a:bodyPr>
          <a:lstStyle/>
          <a:p>
            <a:pPr lvl="0"/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Diagramma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yaratish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bosqichlari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Agar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ikkita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bir-birining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yonida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bo‘lmasa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ulardan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ajratib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Keyin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klaviaturada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Ctrl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tugmachasini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ikkinchisini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Menyu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qatoridan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Insert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bo‘limini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oching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3501008"/>
            <a:ext cx="3754703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332656"/>
            <a:ext cx="390841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53192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0376"/>
          </a:xfrm>
        </p:spPr>
        <p:txBody>
          <a:bodyPr>
            <a:noAutofit/>
          </a:bodyPr>
          <a:lstStyle/>
          <a:p>
            <a:pPr lvl="0"/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Menyudagi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variantlar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orasidan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grafiklarning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sarlavhasini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orqali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o‘zgartirishingiz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Sarlavha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tasvirlanganini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ta’riflashi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7856569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62200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404664"/>
            <a:ext cx="4059936" cy="6048672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tomondagi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funksiyalardan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o‘zgartirishingiz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>
              <a:buNone/>
            </a:pPr>
            <a:endParaRPr lang="ru-RU" sz="24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belgisi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o‘q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sarlavhalarini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qo‘shishga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imkon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beradi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bo‘yoq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cho’tkasi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belgisi</a:t>
            </a:r>
            <a:endParaRPr lang="en-US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uslubini</a:t>
            </a:r>
            <a:endParaRPr lang="en-US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tahrirlashga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imkon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buNone/>
            </a:pP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 </a:t>
            </a:r>
            <a:endParaRPr lang="ru-RU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7" y="1412776"/>
            <a:ext cx="4015141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88487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476672"/>
            <a:ext cx="4059936" cy="5619328"/>
          </a:xfrm>
        </p:spPr>
        <p:txBody>
          <a:bodyPr/>
          <a:lstStyle/>
          <a:p>
            <a:endParaRPr lang="en-US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qismining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o‘sha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qism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ustiga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menyuda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bo‘limi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tanlanadi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yerdan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to‘ldirish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kontur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kabi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narsalarni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o‘zgartirishingiz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0383" y="1524000"/>
            <a:ext cx="297487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4582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9.1-mashg‘ulot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Ultimate League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jadvalingizni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oching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J1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katakka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yorliqni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“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Jamoalar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”.</a:t>
            </a:r>
            <a:endParaRPr lang="ru-RU" sz="2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K1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yorliq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“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”.</a:t>
            </a:r>
            <a:endParaRPr lang="ru-RU" sz="2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J2 - J5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katakchalarga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250, 300, 350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400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kabi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to’rt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xil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jamoalar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qatorga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bittadan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raqam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qo‘ying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modeliga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jamoalar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Endi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ustuniga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jamoa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raqami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keltirib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chiqqan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miqdorini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1412776"/>
            <a:ext cx="4248472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429507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  <a:latin typeface="Arial Black" pitchFamily="34" charset="0"/>
              </a:rPr>
              <a:t>9.2-mashg‘ulot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8229600" cy="4445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Arial Black" pitchFamily="34" charset="0"/>
              </a:rPr>
              <a:t>Keks </a:t>
            </a:r>
            <a:r>
              <a:rPr lang="en-US" b="1" dirty="0" err="1" smtClean="0">
                <a:solidFill>
                  <a:srgbClr val="7030A0"/>
                </a:solidFill>
                <a:latin typeface="Arial Black" pitchFamily="34" charset="0"/>
              </a:rPr>
              <a:t>savdosini</a:t>
            </a:r>
            <a:r>
              <a:rPr lang="en-US" b="1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itchFamily="34" charset="0"/>
              </a:rPr>
              <a:t>rejalashtirish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700808"/>
            <a:ext cx="6912768" cy="4687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Arial Black" pitchFamily="34" charset="0"/>
              </a:rPr>
              <a:t>Keks</a:t>
            </a:r>
            <a:r>
              <a:rPr lang="en-US" b="1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itchFamily="34" charset="0"/>
              </a:rPr>
              <a:t>savdosini</a:t>
            </a:r>
            <a:r>
              <a:rPr lang="en-US" b="1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itchFamily="34" charset="0"/>
              </a:rPr>
              <a:t>rejalashtirish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8229600" cy="441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Mashg’ulotlar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bitta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keks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xarajatni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(380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so’m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bitta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keksdan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olinadigan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(120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so’m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keks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sotsangiz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100ta,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topishingizni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(120000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so’m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5301208"/>
            <a:ext cx="2808312" cy="1032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2708920"/>
            <a:ext cx="4176464" cy="3797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83</TotalTime>
  <Words>258</Words>
  <Application>Microsoft Office PowerPoint</Application>
  <PresentationFormat>Экран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Бумажная</vt:lpstr>
      <vt:lpstr>7-sinf Informatika va axborot texnologiyalari  Mavzu: Elektron jadval natijalarini diagramma sifatida taqdim etish</vt:lpstr>
      <vt:lpstr>Elektron jadval natijalarini diagramma sifatida taqdim etish</vt:lpstr>
      <vt:lpstr>Слайд 3</vt:lpstr>
      <vt:lpstr>Menyudagi variantlar orasidan grafiklarning birini tanlang. Grafik sarlavhasini bosish orqali uni o‘zgartirishingiz mumkin. Sarlavha grafikda nima tasvirlanganini ta’riflashi kerak.</vt:lpstr>
      <vt:lpstr>Слайд 5</vt:lpstr>
      <vt:lpstr>Слайд 6</vt:lpstr>
      <vt:lpstr>9.1-mashg‘ulot</vt:lpstr>
      <vt:lpstr>9.2-mashg‘ulot</vt:lpstr>
      <vt:lpstr>Keks savdosini rejalashtirish</vt:lpstr>
      <vt:lpstr>Keks savdosini rejalashtirish</vt:lpstr>
      <vt:lpstr>Mashg’ulotlar</vt:lpstr>
      <vt:lpstr>Слайд 12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19</cp:revision>
  <dcterms:created xsi:type="dcterms:W3CDTF">2026-02-10T06:20:42Z</dcterms:created>
  <dcterms:modified xsi:type="dcterms:W3CDTF">2026-02-13T13:42:42Z</dcterms:modified>
</cp:coreProperties>
</file>