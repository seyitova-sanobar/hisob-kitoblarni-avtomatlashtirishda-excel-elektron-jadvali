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70" r:id="rId5"/>
    <p:sldId id="271" r:id="rId6"/>
    <p:sldId id="275" r:id="rId7"/>
    <p:sldId id="274" r:id="rId8"/>
    <p:sldId id="276" r:id="rId9"/>
    <p:sldId id="273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 fontScale="90000"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Formulani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kiritish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sinovdan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o‘tkazish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95536" y="476672"/>
            <a:ext cx="8075240" cy="6084168"/>
          </a:xfrm>
        </p:spPr>
        <p:txBody>
          <a:bodyPr>
            <a:norm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=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boshlanadi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katakchalarga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havolalarni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haftada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mablagʻ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formulaga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=B3–B4.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6" y="2924944"/>
            <a:ext cx="7477125" cy="3583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7341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47320"/>
          </a:xfrm>
        </p:spPr>
        <p:txBody>
          <a:bodyPr/>
          <a:lstStyle/>
          <a:p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Kerakli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oʻyin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narxining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mablagʻ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miqdoriga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boʻlinganidan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boʻlgan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sondir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=F3/B5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85" y="1988840"/>
            <a:ext cx="733425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35" y="4293096"/>
            <a:ext cx="737235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8153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548680"/>
            <a:ext cx="7705725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76204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0"/>
            <a:ext cx="77724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573016"/>
            <a:ext cx="8352928" cy="2411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82267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77724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789040"/>
            <a:ext cx="818821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0"/>
            <a:ext cx="8383205" cy="2476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573016"/>
            <a:ext cx="8028384" cy="2327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383205" cy="2476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861049"/>
            <a:ext cx="8208912" cy="233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26" y="188640"/>
            <a:ext cx="741045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13" y="4509120"/>
            <a:ext cx="8067675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31839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48</TotalTime>
  <Words>52</Words>
  <Application>Microsoft Office PowerPoint</Application>
  <PresentationFormat>Экран (4:3)</PresentationFormat>
  <Paragraphs>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Бумажная</vt:lpstr>
      <vt:lpstr>7-sinf Informatika va axborot texnologiyalari Mavzu: Formulani kiritish. Elektron jadvalni sinovdan o‘tkazish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9</cp:revision>
  <dcterms:created xsi:type="dcterms:W3CDTF">2026-02-10T06:20:42Z</dcterms:created>
  <dcterms:modified xsi:type="dcterms:W3CDTF">2026-02-12T09:17:30Z</dcterms:modified>
</cp:coreProperties>
</file>