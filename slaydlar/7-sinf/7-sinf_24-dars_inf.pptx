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548680"/>
            <a:ext cx="7772400" cy="5760639"/>
          </a:xfrm>
        </p:spPr>
        <p:txBody>
          <a:bodyPr>
            <a:normAutofit fontScale="90000"/>
          </a:bodyPr>
          <a:lstStyle/>
          <a:p>
            <a:r>
              <a:rPr lang="en-US" sz="66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7-sinf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Informatika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va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axborot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texnologiyalari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Mavzu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: 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Shartli formatlash va maqsadni qidirish vositalaridan foydalanish</a:t>
            </a:r>
            <a:endParaRPr lang="en-US" dirty="0">
              <a:solidFill>
                <a:srgbClr val="7030A0"/>
              </a:solidFill>
              <a:latin typeface="Arial Black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48953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err="1" smtClean="0">
                <a:solidFill>
                  <a:srgbClr val="7030A0"/>
                </a:solidFill>
                <a:latin typeface="Arial Black" pitchFamily="34" charset="0"/>
              </a:rPr>
              <a:t>Shartli</a:t>
            </a:r>
            <a:r>
              <a:rPr lang="en-US" b="1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itchFamily="34" charset="0"/>
              </a:rPr>
              <a:t>formatlash</a:t>
            </a:r>
            <a:endParaRPr lang="en-US" dirty="0">
              <a:solidFill>
                <a:srgbClr val="7030A0"/>
              </a:solidFill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3273152"/>
          </a:xfrm>
        </p:spPr>
        <p:txBody>
          <a:bodyPr>
            <a:normAutofit/>
          </a:bodyPr>
          <a:lstStyle/>
          <a:p>
            <a:r>
              <a:rPr lang="en-US" sz="20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Conditional formatting (</a:t>
            </a:r>
            <a:r>
              <a:rPr lang="en-US" sz="2000" b="1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Shartli</a:t>
            </a:r>
            <a:r>
              <a:rPr lang="en-US" sz="20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formatlash</a:t>
            </a:r>
            <a:r>
              <a:rPr lang="en-US" sz="20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katakning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formatini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undagi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ma’lumotga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qarab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o‘zgartiradi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Masalan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agar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raqam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0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katta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bo‘lsa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siz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uning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fonini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yashil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rangga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aylantirishingiz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mumkin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agar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raqam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0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kam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bo‘lsa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uni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qizil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rangga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aylantirishingiz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mumkin</a:t>
            </a:r>
            <a:r>
              <a:rPr lang="en-US" sz="2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1484784"/>
            <a:ext cx="2736304" cy="2440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15816" y="4653136"/>
            <a:ext cx="5981700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713827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800" dirty="0" err="1" smtClean="0">
                <a:solidFill>
                  <a:srgbClr val="7030A0"/>
                </a:solidFill>
                <a:latin typeface="Arial Black" pitchFamily="34" charset="0"/>
              </a:rPr>
              <a:t>Fon</a:t>
            </a:r>
            <a:r>
              <a:rPr lang="en-US" sz="2800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sz="2800" dirty="0" err="1" smtClean="0">
                <a:solidFill>
                  <a:srgbClr val="7030A0"/>
                </a:solidFill>
                <a:latin typeface="Arial Black" pitchFamily="34" charset="0"/>
              </a:rPr>
              <a:t>rangini</a:t>
            </a:r>
            <a:r>
              <a:rPr lang="en-US" sz="2800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sz="2800" dirty="0" err="1" smtClean="0">
                <a:solidFill>
                  <a:srgbClr val="7030A0"/>
                </a:solidFill>
                <a:latin typeface="Arial Black" pitchFamily="34" charset="0"/>
              </a:rPr>
              <a:t>yoki</a:t>
            </a:r>
            <a:r>
              <a:rPr lang="en-US" sz="2800" dirty="0" smtClean="0">
                <a:solidFill>
                  <a:srgbClr val="7030A0"/>
                </a:solidFill>
                <a:latin typeface="Arial Black" pitchFamily="34" charset="0"/>
              </a:rPr>
              <a:t> shrift </a:t>
            </a:r>
            <a:r>
              <a:rPr lang="en-US" sz="2800" dirty="0" err="1" smtClean="0">
                <a:solidFill>
                  <a:srgbClr val="7030A0"/>
                </a:solidFill>
                <a:latin typeface="Arial Black" pitchFamily="34" charset="0"/>
              </a:rPr>
              <a:t>uslubini</a:t>
            </a:r>
            <a:r>
              <a:rPr lang="en-US" sz="2800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sz="2800" dirty="0" err="1" smtClean="0">
                <a:solidFill>
                  <a:srgbClr val="7030A0"/>
                </a:solidFill>
                <a:latin typeface="Arial Black" pitchFamily="34" charset="0"/>
              </a:rPr>
              <a:t>o‘zgartirish</a:t>
            </a:r>
            <a:r>
              <a:rPr lang="en-US" sz="2800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sz="2800" dirty="0" err="1" smtClean="0">
                <a:solidFill>
                  <a:srgbClr val="7030A0"/>
                </a:solidFill>
                <a:latin typeface="Arial Black" pitchFamily="34" charset="0"/>
              </a:rPr>
              <a:t>uchun</a:t>
            </a:r>
            <a:r>
              <a:rPr lang="en-US" sz="2800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sz="2800" dirty="0" err="1" smtClean="0">
                <a:solidFill>
                  <a:srgbClr val="7030A0"/>
                </a:solidFill>
                <a:latin typeface="Arial Black" pitchFamily="34" charset="0"/>
              </a:rPr>
              <a:t>quyidagilarni</a:t>
            </a:r>
            <a:r>
              <a:rPr lang="en-US" sz="2800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sz="2800" dirty="0" err="1" smtClean="0">
                <a:solidFill>
                  <a:srgbClr val="7030A0"/>
                </a:solidFill>
                <a:latin typeface="Arial Black" pitchFamily="34" charset="0"/>
              </a:rPr>
              <a:t>bajaring</a:t>
            </a:r>
            <a:r>
              <a:rPr lang="en-US" sz="2800" dirty="0" smtClean="0">
                <a:solidFill>
                  <a:srgbClr val="7030A0"/>
                </a:solidFill>
                <a:latin typeface="Arial Black" pitchFamily="34" charset="0"/>
              </a:rPr>
              <a:t>:</a:t>
            </a:r>
            <a:endParaRPr lang="ru-RU" sz="3200" dirty="0">
              <a:solidFill>
                <a:srgbClr val="7030A0"/>
              </a:solidFill>
              <a:latin typeface="Arial Black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8075240" cy="4572000"/>
          </a:xfrm>
        </p:spPr>
        <p:txBody>
          <a:bodyPr>
            <a:normAutofit/>
          </a:bodyPr>
          <a:lstStyle/>
          <a:p>
            <a:pPr lvl="2"/>
            <a:endParaRPr lang="en-US" sz="32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Formatlamoqchi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bo‘lgan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katakchani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belgilang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32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sz="32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Home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menyusidagi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Conditional Formatting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tugmasini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bosing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32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sz="32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Highlight Cell Rules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tugmasini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bosing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32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sz="32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Greater than, Less than, Equal to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kabi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qoidalardan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birini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tanlang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2"/>
            <a:endParaRPr lang="ru-RU" sz="3200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548680"/>
            <a:ext cx="4059936" cy="5547320"/>
          </a:xfrm>
        </p:spPr>
        <p:txBody>
          <a:bodyPr>
            <a:normAutofit fontScale="85000" lnSpcReduction="20000"/>
          </a:bodyPr>
          <a:lstStyle/>
          <a:p>
            <a:r>
              <a:rPr lang="en-US" sz="33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Ushbu</a:t>
            </a:r>
            <a:r>
              <a:rPr lang="en-US" sz="33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misolda</a:t>
            </a:r>
            <a:r>
              <a:rPr lang="en-US" sz="33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Greater than </a:t>
            </a:r>
            <a:r>
              <a:rPr lang="en-US" sz="33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tanlangan</a:t>
            </a:r>
            <a:r>
              <a:rPr lang="en-US" sz="33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33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3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3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Birinchi</a:t>
            </a:r>
            <a:r>
              <a:rPr lang="en-US" sz="33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matn</a:t>
            </a:r>
            <a:r>
              <a:rPr lang="en-US" sz="33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maydoniga</a:t>
            </a:r>
            <a:r>
              <a:rPr lang="en-US" sz="33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raqamni</a:t>
            </a:r>
            <a:r>
              <a:rPr lang="en-US" sz="33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kiriting</a:t>
            </a:r>
            <a:r>
              <a:rPr lang="en-US" sz="33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33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3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3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Yoki</a:t>
            </a:r>
            <a:r>
              <a:rPr lang="en-US" sz="33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ochiladigan</a:t>
            </a:r>
            <a:r>
              <a:rPr lang="en-US" sz="33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menyudan</a:t>
            </a:r>
            <a:r>
              <a:rPr lang="en-US" sz="33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oldindan</a:t>
            </a:r>
            <a:r>
              <a:rPr lang="en-US" sz="33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o‘rnatilgan</a:t>
            </a:r>
            <a:r>
              <a:rPr lang="en-US" sz="33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formatni</a:t>
            </a:r>
            <a:r>
              <a:rPr lang="en-US" sz="33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tanlang</a:t>
            </a:r>
            <a:r>
              <a:rPr lang="en-US" sz="33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33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Yoki</a:t>
            </a:r>
            <a:r>
              <a:rPr lang="en-US" sz="33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Custom format </a:t>
            </a:r>
            <a:r>
              <a:rPr lang="en-US" sz="33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tugmachasini</a:t>
            </a:r>
            <a:r>
              <a:rPr lang="en-US" sz="33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bosing</a:t>
            </a:r>
            <a:r>
              <a:rPr lang="en-US" sz="33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33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keyin</a:t>
            </a:r>
            <a:r>
              <a:rPr lang="en-US" sz="33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o‘z</a:t>
            </a:r>
            <a:r>
              <a:rPr lang="en-US" sz="33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variantlaringizni</a:t>
            </a:r>
            <a:r>
              <a:rPr lang="en-US" sz="33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tanlang</a:t>
            </a:r>
            <a:r>
              <a:rPr lang="en-US" sz="33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33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OK </a:t>
            </a:r>
            <a:r>
              <a:rPr lang="en-US" sz="33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tugmasini</a:t>
            </a:r>
            <a:r>
              <a:rPr lang="en-US" sz="33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bosing</a:t>
            </a:r>
            <a:r>
              <a:rPr lang="en-US" sz="33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33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endParaRPr lang="ru-RU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6016" y="1556792"/>
            <a:ext cx="4010025" cy="435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 err="1" smtClean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Shartli</a:t>
            </a:r>
            <a:r>
              <a:rPr lang="en-US" sz="4400" dirty="0" smtClean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</a:t>
            </a:r>
            <a:r>
              <a:rPr lang="en-US" sz="4400" dirty="0" err="1" smtClean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Formatlash</a:t>
            </a:r>
            <a:endParaRPr lang="ru-RU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700808"/>
            <a:ext cx="7633432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 smtClean="0">
                <a:solidFill>
                  <a:srgbClr val="7030A0"/>
                </a:solidFill>
                <a:latin typeface="Arial Black" pitchFamily="34" charset="0"/>
              </a:rPr>
              <a:t>Maqsadni</a:t>
            </a:r>
            <a:r>
              <a:rPr lang="en-US" sz="3600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sz="3600" dirty="0" err="1" smtClean="0">
                <a:solidFill>
                  <a:srgbClr val="7030A0"/>
                </a:solidFill>
                <a:latin typeface="Arial Black" pitchFamily="34" charset="0"/>
              </a:rPr>
              <a:t>qidirish</a:t>
            </a:r>
            <a:endParaRPr lang="ru-RU" sz="3600" dirty="0">
              <a:solidFill>
                <a:srgbClr val="7030A0"/>
              </a:solidFill>
              <a:latin typeface="Arial Black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endParaRPr lang="ru-RU" sz="2800" b="1" dirty="0" smtClean="0">
              <a:solidFill>
                <a:schemeClr val="bg1"/>
              </a:solidFill>
            </a:endParaRPr>
          </a:p>
          <a:p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Microsot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Excel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“Agar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shunday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bo‘lsa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?”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funksiyalari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o‘rnatilgan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Maqsadni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qidirish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siz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qidirayotgan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qiymatni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jadvalga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aytish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imkonini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beradi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Keyin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u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siz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foydalanmoqchi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bo‘lgan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qiymatni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topguncha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jadvalingizdagi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qiymatlarni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o‘zgartiradi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34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Misol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agar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siz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1 000 000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soʿm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foyda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olish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ishtirok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narxi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qanday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bo‘lishi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kerakligini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bilmoqchi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bo‘lsangiz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u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daromad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1 000 000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soʿm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bo‘lgunga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qadar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ishtirok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to‘lovini</a:t>
            </a:r>
            <a:r>
              <a:rPr lang="en-US" sz="3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o‘zgartiradi</a:t>
            </a:r>
            <a:r>
              <a:rPr lang="en-US" sz="2800" dirty="0" smtClean="0">
                <a:solidFill>
                  <a:schemeClr val="bg1"/>
                </a:solidFill>
              </a:rPr>
              <a:t>.</a:t>
            </a:r>
            <a:endParaRPr lang="ru-RU" sz="2800" dirty="0" smtClean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20072" y="836712"/>
            <a:ext cx="3456383" cy="26329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92080" y="3933055"/>
            <a:ext cx="3384376" cy="225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145360"/>
          </a:xfrm>
        </p:spPr>
        <p:txBody>
          <a:bodyPr>
            <a:noAutofit/>
          </a:bodyPr>
          <a:lstStyle/>
          <a:p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Siz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ta’tilga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chiqish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haqida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o‘ylayapsiz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qaysi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safarga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pulingiz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yetishi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qancha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vaqtga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safarga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chiqa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olishingizni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hisoblashingiz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kerak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32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Ta’til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guruhingizda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ikki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nafar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katta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odam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to‘rt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nafar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bolalar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bor.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Siz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7, 10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yoki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14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kunga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borishni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xohlaysiz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Safar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xarajatlariga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barcha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taomlar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qo‘shilishini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xohlaysiz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32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Sizda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xarajatlar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ko‘pi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bilan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10 000 000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soʿm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bor.</a:t>
            </a:r>
            <a:endParaRPr lang="ru-RU" sz="32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7030A0"/>
                </a:solidFill>
                <a:latin typeface="Arial Black" pitchFamily="34" charset="0"/>
              </a:rPr>
              <a:t>Yakuniy loyiha - </a:t>
            </a:r>
            <a:r>
              <a:rPr lang="en-US" b="1" dirty="0" err="1" smtClean="0">
                <a:solidFill>
                  <a:srgbClr val="7030A0"/>
                </a:solidFill>
                <a:latin typeface="Arial Black" pitchFamily="34" charset="0"/>
              </a:rPr>
              <a:t>ta’til</a:t>
            </a:r>
            <a:r>
              <a:rPr lang="en-US" b="1" dirty="0" smtClean="0">
                <a:solidFill>
                  <a:srgbClr val="7030A0"/>
                </a:solidFill>
                <a:latin typeface="Arial Black" pitchFamily="34" charset="0"/>
              </a:rPr>
              <a:t>!</a:t>
            </a:r>
            <a:endParaRPr lang="ru-RU" dirty="0">
              <a:solidFill>
                <a:srgbClr val="7030A0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Uchta ta’til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tanlovi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mavjud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:</a:t>
            </a:r>
            <a:endParaRPr lang="ru-RU" dirty="0">
              <a:solidFill>
                <a:srgbClr val="7030A0"/>
              </a:solidFill>
              <a:latin typeface="Arial Black" pitchFamily="34" charset="0"/>
            </a:endParaRPr>
          </a:p>
        </p:txBody>
      </p:sp>
      <p:pic>
        <p:nvPicPr>
          <p:cNvPr id="717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412776"/>
            <a:ext cx="8370270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10000000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so’m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pulingiz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7 kun, 10 kun, 14 kun dam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olishga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yetadi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Kun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botish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kurorti</a:t>
            </a:r>
            <a:endParaRPr lang="ru-RU" dirty="0">
              <a:solidFill>
                <a:srgbClr val="7030A0"/>
              </a:solidFill>
              <a:latin typeface="Arial Black" pitchFamily="34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2564904"/>
            <a:ext cx="8136904" cy="3705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10000000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so’m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pulingiz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7 kun, 10 kun, 14 kun dam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olishga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yetadi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Sohil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bo'yi</a:t>
            </a:r>
            <a:endParaRPr lang="ru-RU" dirty="0">
              <a:solidFill>
                <a:srgbClr val="7030A0"/>
              </a:solidFill>
              <a:latin typeface="Arial Black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2924944"/>
            <a:ext cx="8217221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10000000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so’m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pulingiz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7 kun dam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olishga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yetadi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10 kun, 14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kunga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yetmaydi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Musaffo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dengiz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qirg'ogi</a:t>
            </a:r>
            <a:endParaRPr lang="ru-RU" dirty="0">
              <a:solidFill>
                <a:srgbClr val="7030A0"/>
              </a:solidFill>
              <a:latin typeface="Arial Black" pitchFamily="34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3068960"/>
            <a:ext cx="7917606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9600" dirty="0" smtClean="0">
              <a:solidFill>
                <a:srgbClr val="7030A0"/>
              </a:solidFill>
              <a:latin typeface="Aharoni" pitchFamily="2" charset="-79"/>
              <a:cs typeface="Aharoni" pitchFamily="2" charset="-79"/>
            </a:endParaRPr>
          </a:p>
          <a:p>
            <a:pPr marL="0" indent="0" algn="ctr">
              <a:buNone/>
            </a:pP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E’tiboringiz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uchun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rahmat</a:t>
            </a:r>
            <a:endParaRPr lang="en-US" sz="8000" dirty="0">
              <a:solidFill>
                <a:srgbClr val="7030A0"/>
              </a:solidFill>
              <a:latin typeface="Arial Black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782446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104</TotalTime>
  <Words>289</Words>
  <Application>Microsoft Office PowerPoint</Application>
  <PresentationFormat>Экран (4:3)</PresentationFormat>
  <Paragraphs>31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Бумажная</vt:lpstr>
      <vt:lpstr>7-sinf Informatika va axborot texnologiyalari  Mavzu: Shartli formatlash va maqsadni qidirish vositalaridan foydalanish</vt:lpstr>
      <vt:lpstr>Shartli formatlash</vt:lpstr>
      <vt:lpstr>Fon rangini yoki shrift uslubini o‘zgartirish uchun quyidagilarni bajaring:</vt:lpstr>
      <vt:lpstr>Слайд 4</vt:lpstr>
      <vt:lpstr>Shartli Formatlash</vt:lpstr>
      <vt:lpstr>Maqsadni qidirish</vt:lpstr>
      <vt:lpstr>Yakuniy loyiha - ta’til!</vt:lpstr>
      <vt:lpstr>Uchta ta’til tanlovi mavjud:</vt:lpstr>
      <vt:lpstr>Kun botish kurorti</vt:lpstr>
      <vt:lpstr>Sohil bo'yi</vt:lpstr>
      <vt:lpstr>Musaffo dengiz qirg'ogi</vt:lpstr>
      <vt:lpstr>Слайд 12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7-sinf Informatika va axborot texnologiyalari Mavzu: Elektron jadvalni loyihalash. Dizayn shakllantirish</dc:title>
  <dc:creator>Пользователь</dc:creator>
  <cp:lastModifiedBy>Пользователь</cp:lastModifiedBy>
  <cp:revision>19</cp:revision>
  <dcterms:created xsi:type="dcterms:W3CDTF">2026-02-10T06:20:42Z</dcterms:created>
  <dcterms:modified xsi:type="dcterms:W3CDTF">2026-02-13T14:31:56Z</dcterms:modified>
</cp:coreProperties>
</file>