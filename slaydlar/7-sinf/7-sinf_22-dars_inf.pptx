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9" r:id="rId8"/>
    <p:sldId id="272" r:id="rId9"/>
    <p:sldId id="270" r:id="rId10"/>
    <p:sldId id="271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FF8B37-18E4-4327-8BCB-4671C8E24BC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9ABFD35-D82A-42EC-9E04-412080FD4DBF}">
      <dgm:prSet phldrT="[Текст]"/>
      <dgm:spPr/>
      <dgm:t>
        <a:bodyPr/>
        <a:lstStyle/>
        <a:p>
          <a:r>
            <a:rPr lang="en-US" i="1" dirty="0" err="1" smtClean="0">
              <a:solidFill>
                <a:schemeClr val="bg1"/>
              </a:solidFill>
              <a:latin typeface="IBM Plex Sans Medium" charset="0"/>
            </a:rPr>
            <a:t>Muammolarni</a:t>
          </a:r>
          <a:r>
            <a:rPr lang="en-US" i="1" dirty="0" smtClean="0">
              <a:solidFill>
                <a:schemeClr val="bg1"/>
              </a:solidFill>
              <a:latin typeface="IBM Plex Sans Medium" charset="0"/>
            </a:rPr>
            <a:t> </a:t>
          </a:r>
          <a:r>
            <a:rPr lang="en-US" i="1" dirty="0" err="1" smtClean="0">
              <a:solidFill>
                <a:schemeClr val="bg1"/>
              </a:solidFill>
              <a:latin typeface="IBM Plex Sans Medium" charset="0"/>
            </a:rPr>
            <a:t>hal</a:t>
          </a:r>
          <a:r>
            <a:rPr lang="en-US" i="1" dirty="0" smtClean="0">
              <a:solidFill>
                <a:schemeClr val="bg1"/>
              </a:solidFill>
              <a:latin typeface="IBM Plex Sans Medium" charset="0"/>
            </a:rPr>
            <a:t> </a:t>
          </a:r>
          <a:r>
            <a:rPr lang="en-US" i="1" dirty="0" err="1" smtClean="0">
              <a:solidFill>
                <a:schemeClr val="bg1"/>
              </a:solidFill>
              <a:latin typeface="IBM Plex Sans Medium" charset="0"/>
            </a:rPr>
            <a:t>qilish</a:t>
          </a:r>
          <a:endParaRPr lang="ru-RU" dirty="0"/>
        </a:p>
      </dgm:t>
    </dgm:pt>
    <dgm:pt modelId="{F2B2CCB9-E143-4027-9821-CEBC0550247D}" type="parTrans" cxnId="{7135B809-F637-4EE8-84D3-5B9D58A4B6A5}">
      <dgm:prSet/>
      <dgm:spPr/>
      <dgm:t>
        <a:bodyPr/>
        <a:lstStyle/>
        <a:p>
          <a:endParaRPr lang="ru-RU"/>
        </a:p>
      </dgm:t>
    </dgm:pt>
    <dgm:pt modelId="{54A775A8-9C37-410F-B41C-03BD76860F38}" type="sibTrans" cxnId="{7135B809-F637-4EE8-84D3-5B9D58A4B6A5}">
      <dgm:prSet/>
      <dgm:spPr/>
      <dgm:t>
        <a:bodyPr/>
        <a:lstStyle/>
        <a:p>
          <a:endParaRPr lang="ru-RU"/>
        </a:p>
      </dgm:t>
    </dgm:pt>
    <dgm:pt modelId="{B635EE03-62A5-4FDD-9F0F-71DBE8B0C6E3}">
      <dgm:prSet phldrT="[Текст]"/>
      <dgm:spPr/>
      <dgm:t>
        <a:bodyPr/>
        <a:lstStyle/>
        <a:p>
          <a:r>
            <a:rPr lang="en-US" i="1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Jadvaldagi</a:t>
          </a:r>
          <a:r>
            <a:rPr lang="en-US" i="1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 </a:t>
          </a:r>
          <a:r>
            <a:rPr lang="en-US" i="1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kamchiliklarni</a:t>
          </a:r>
          <a:r>
            <a:rPr lang="en-US" i="1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 </a:t>
          </a:r>
          <a:r>
            <a:rPr lang="en-US" i="1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aniqlang</a:t>
          </a:r>
          <a:r>
            <a:rPr lang="en-US" i="1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.</a:t>
          </a:r>
          <a:endParaRPr lang="ru-RU" i="1" dirty="0">
            <a:solidFill>
              <a:schemeClr val="bg1"/>
            </a:solidFill>
          </a:endParaRPr>
        </a:p>
      </dgm:t>
    </dgm:pt>
    <dgm:pt modelId="{D304E45B-4FA5-403E-A31E-98A8732A5A3C}" type="parTrans" cxnId="{5AFC2076-9F73-4863-8DE7-4DF0E0CD9398}">
      <dgm:prSet/>
      <dgm:spPr/>
      <dgm:t>
        <a:bodyPr/>
        <a:lstStyle/>
        <a:p>
          <a:endParaRPr lang="ru-RU"/>
        </a:p>
      </dgm:t>
    </dgm:pt>
    <dgm:pt modelId="{55537E36-0510-482E-AD6F-D0B1709ACF88}" type="sibTrans" cxnId="{5AFC2076-9F73-4863-8DE7-4DF0E0CD9398}">
      <dgm:prSet/>
      <dgm:spPr/>
      <dgm:t>
        <a:bodyPr/>
        <a:lstStyle/>
        <a:p>
          <a:endParaRPr lang="ru-RU"/>
        </a:p>
      </dgm:t>
    </dgm:pt>
    <dgm:pt modelId="{0847C9AD-7CA6-404D-87A7-46694C5BD101}">
      <dgm:prSet phldrT="[Текст]"/>
      <dgm:spPr/>
      <dgm:t>
        <a:bodyPr/>
        <a:lstStyle/>
        <a:p>
          <a:r>
            <a:rPr lang="en-US" dirty="0" err="1" smtClean="0">
              <a:solidFill>
                <a:schemeClr val="bg1"/>
              </a:solidFill>
            </a:rPr>
            <a:t>Foydalanuvchi</a:t>
          </a:r>
          <a:r>
            <a:rPr lang="en-US" dirty="0" smtClean="0">
              <a:solidFill>
                <a:schemeClr val="bg1"/>
              </a:solidFill>
            </a:rPr>
            <a:t> </a:t>
          </a:r>
          <a:r>
            <a:rPr lang="en-US" dirty="0" err="1" smtClean="0">
              <a:solidFill>
                <a:schemeClr val="bg1"/>
              </a:solidFill>
            </a:rPr>
            <a:t>interfeysi</a:t>
          </a:r>
          <a:endParaRPr lang="ru-RU" dirty="0">
            <a:solidFill>
              <a:schemeClr val="bg1"/>
            </a:solidFill>
          </a:endParaRPr>
        </a:p>
      </dgm:t>
    </dgm:pt>
    <dgm:pt modelId="{56C90015-3420-4158-A5FA-91F596CD293E}" type="parTrans" cxnId="{BAD65AAE-D436-42B8-87D7-E3953C33578C}">
      <dgm:prSet/>
      <dgm:spPr/>
      <dgm:t>
        <a:bodyPr/>
        <a:lstStyle/>
        <a:p>
          <a:endParaRPr lang="ru-RU"/>
        </a:p>
      </dgm:t>
    </dgm:pt>
    <dgm:pt modelId="{4710D595-B042-41E6-B9B2-BC2886B596F0}" type="sibTrans" cxnId="{BAD65AAE-D436-42B8-87D7-E3953C33578C}">
      <dgm:prSet/>
      <dgm:spPr/>
      <dgm:t>
        <a:bodyPr/>
        <a:lstStyle/>
        <a:p>
          <a:endParaRPr lang="ru-RU"/>
        </a:p>
      </dgm:t>
    </dgm:pt>
    <dgm:pt modelId="{0B669FDF-86CC-470C-BFDC-C8F7FF234E5D}">
      <dgm:prSet phldrT="[Текст]"/>
      <dgm:spPr/>
      <dgm:t>
        <a:bodyPr/>
        <a:lstStyle/>
        <a:p>
          <a:r>
            <a:rPr lang="en-US" i="1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Interfeysni</a:t>
          </a:r>
          <a:r>
            <a:rPr lang="en-US" i="1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 </a:t>
          </a:r>
          <a:r>
            <a:rPr lang="en-US" i="1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qulayroq</a:t>
          </a:r>
          <a:r>
            <a:rPr lang="en-US" i="1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 </a:t>
          </a:r>
          <a:r>
            <a:rPr lang="en-US" i="1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qiling</a:t>
          </a:r>
          <a:r>
            <a:rPr lang="en-US" i="1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.</a:t>
          </a:r>
          <a:endParaRPr lang="ru-RU" i="1" dirty="0">
            <a:solidFill>
              <a:schemeClr val="bg1"/>
            </a:solidFill>
          </a:endParaRPr>
        </a:p>
      </dgm:t>
    </dgm:pt>
    <dgm:pt modelId="{C6E58B0A-1007-4C09-9C6F-F4D4893ECF94}" type="parTrans" cxnId="{3D17C9BC-5422-41C1-82FB-E7C32D1322D2}">
      <dgm:prSet/>
      <dgm:spPr/>
      <dgm:t>
        <a:bodyPr/>
        <a:lstStyle/>
        <a:p>
          <a:endParaRPr lang="ru-RU"/>
        </a:p>
      </dgm:t>
    </dgm:pt>
    <dgm:pt modelId="{C63D4C03-D543-4152-9BC0-2B29830A3C5B}" type="sibTrans" cxnId="{3D17C9BC-5422-41C1-82FB-E7C32D1322D2}">
      <dgm:prSet/>
      <dgm:spPr/>
      <dgm:t>
        <a:bodyPr/>
        <a:lstStyle/>
        <a:p>
          <a:endParaRPr lang="ru-RU"/>
        </a:p>
      </dgm:t>
    </dgm:pt>
    <dgm:pt modelId="{98CA0A62-4386-4A2D-9918-8ED344253B16}">
      <dgm:prSet phldrT="[Текст]"/>
      <dgm:spPr/>
      <dgm:t>
        <a:bodyPr/>
        <a:lstStyle/>
        <a:p>
          <a:r>
            <a:rPr lang="en-US" dirty="0" err="1" smtClean="0">
              <a:solidFill>
                <a:schemeClr val="bg1"/>
              </a:solidFill>
            </a:rPr>
            <a:t>Yangi</a:t>
          </a:r>
          <a:r>
            <a:rPr lang="en-US" dirty="0" smtClean="0">
              <a:solidFill>
                <a:schemeClr val="bg1"/>
              </a:solidFill>
            </a:rPr>
            <a:t> </a:t>
          </a:r>
          <a:r>
            <a:rPr lang="en-US" dirty="0" err="1" smtClean="0">
              <a:solidFill>
                <a:schemeClr val="bg1"/>
              </a:solidFill>
            </a:rPr>
            <a:t>xususiyatlar</a:t>
          </a:r>
          <a:endParaRPr lang="ru-RU" dirty="0">
            <a:solidFill>
              <a:schemeClr val="bg1"/>
            </a:solidFill>
          </a:endParaRPr>
        </a:p>
      </dgm:t>
    </dgm:pt>
    <dgm:pt modelId="{BCCD0027-649D-4DB7-A4CF-83AB28CCFD08}" type="parTrans" cxnId="{B0C0FBB4-B7C6-40BC-A022-1B84F2DF21C8}">
      <dgm:prSet/>
      <dgm:spPr/>
      <dgm:t>
        <a:bodyPr/>
        <a:lstStyle/>
        <a:p>
          <a:endParaRPr lang="ru-RU"/>
        </a:p>
      </dgm:t>
    </dgm:pt>
    <dgm:pt modelId="{9AC3164E-32EA-4757-9FB0-B9B787F33C0F}" type="sibTrans" cxnId="{B0C0FBB4-B7C6-40BC-A022-1B84F2DF21C8}">
      <dgm:prSet/>
      <dgm:spPr/>
      <dgm:t>
        <a:bodyPr/>
        <a:lstStyle/>
        <a:p>
          <a:endParaRPr lang="ru-RU"/>
        </a:p>
      </dgm:t>
    </dgm:pt>
    <dgm:pt modelId="{E464C788-9BF4-4AF3-8B88-3DB030661976}">
      <dgm:prSet phldrT="[Текст]"/>
      <dgm:spPr/>
      <dgm:t>
        <a:bodyPr/>
        <a:lstStyle/>
        <a:p>
          <a:r>
            <a:rPr lang="en-US" i="1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Qo'shimcha</a:t>
          </a:r>
          <a:r>
            <a:rPr lang="en-US" i="1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 </a:t>
          </a:r>
          <a:r>
            <a:rPr lang="en-US" i="1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funksiyalar</a:t>
          </a:r>
          <a:r>
            <a:rPr lang="en-US" i="1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 </a:t>
          </a:r>
          <a:r>
            <a:rPr lang="en-US" i="1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qo'shing</a:t>
          </a:r>
          <a:r>
            <a:rPr lang="en-US" i="1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.</a:t>
          </a:r>
          <a:endParaRPr lang="ru-RU" i="1" dirty="0">
            <a:solidFill>
              <a:schemeClr val="bg1"/>
            </a:solidFill>
          </a:endParaRPr>
        </a:p>
      </dgm:t>
    </dgm:pt>
    <dgm:pt modelId="{23D38368-02D0-4A96-A572-0E717FDD7BA7}" type="parTrans" cxnId="{598F865E-AB5D-4163-96D9-4D2E65A79D09}">
      <dgm:prSet/>
      <dgm:spPr/>
      <dgm:t>
        <a:bodyPr/>
        <a:lstStyle/>
        <a:p>
          <a:endParaRPr lang="ru-RU"/>
        </a:p>
      </dgm:t>
    </dgm:pt>
    <dgm:pt modelId="{B68B7B2F-BBA1-4176-AFEF-E5C28DCCF1AD}" type="sibTrans" cxnId="{598F865E-AB5D-4163-96D9-4D2E65A79D09}">
      <dgm:prSet/>
      <dgm:spPr/>
      <dgm:t>
        <a:bodyPr/>
        <a:lstStyle/>
        <a:p>
          <a:endParaRPr lang="ru-RU"/>
        </a:p>
      </dgm:t>
    </dgm:pt>
    <dgm:pt modelId="{8A31A12F-6D46-4A11-BBF9-F3999FFBB2AC}" type="pres">
      <dgm:prSet presAssocID="{6EFF8B37-18E4-4327-8BCB-4671C8E24BC3}" presName="Name0" presStyleCnt="0">
        <dgm:presLayoutVars>
          <dgm:dir/>
          <dgm:animLvl val="lvl"/>
          <dgm:resizeHandles val="exact"/>
        </dgm:presLayoutVars>
      </dgm:prSet>
      <dgm:spPr/>
    </dgm:pt>
    <dgm:pt modelId="{D2795E4A-E0BB-4113-8C49-8259E082F246}" type="pres">
      <dgm:prSet presAssocID="{A9ABFD35-D82A-42EC-9E04-412080FD4DBF}" presName="linNode" presStyleCnt="0"/>
      <dgm:spPr/>
    </dgm:pt>
    <dgm:pt modelId="{9B858E93-8BB2-4855-8350-AC9204C5E177}" type="pres">
      <dgm:prSet presAssocID="{A9ABFD35-D82A-42EC-9E04-412080FD4DBF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8B8C658-7CC6-4546-A6A7-4555FE6437B0}" type="pres">
      <dgm:prSet presAssocID="{A9ABFD35-D82A-42EC-9E04-412080FD4DBF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44E75B7-A842-4A9B-BE4E-9986988A040E}" type="pres">
      <dgm:prSet presAssocID="{54A775A8-9C37-410F-B41C-03BD76860F38}" presName="sp" presStyleCnt="0"/>
      <dgm:spPr/>
    </dgm:pt>
    <dgm:pt modelId="{D2CF5BE7-90A4-49D9-BF39-60A0AFC2E9DD}" type="pres">
      <dgm:prSet presAssocID="{0847C9AD-7CA6-404D-87A7-46694C5BD101}" presName="linNode" presStyleCnt="0"/>
      <dgm:spPr/>
    </dgm:pt>
    <dgm:pt modelId="{315B82E7-0493-45FD-A7EB-56DCBF50AD3A}" type="pres">
      <dgm:prSet presAssocID="{0847C9AD-7CA6-404D-87A7-46694C5BD10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10C2F34C-88E6-48CC-8BAE-D9E25D3E67C5}" type="pres">
      <dgm:prSet presAssocID="{0847C9AD-7CA6-404D-87A7-46694C5BD101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133DBDF-C44D-499A-B6AE-0CF376514384}" type="pres">
      <dgm:prSet presAssocID="{4710D595-B042-41E6-B9B2-BC2886B596F0}" presName="sp" presStyleCnt="0"/>
      <dgm:spPr/>
    </dgm:pt>
    <dgm:pt modelId="{7BDB53C2-2DB1-4645-9A4D-ED8888AD6B0C}" type="pres">
      <dgm:prSet presAssocID="{98CA0A62-4386-4A2D-9918-8ED344253B16}" presName="linNode" presStyleCnt="0"/>
      <dgm:spPr/>
    </dgm:pt>
    <dgm:pt modelId="{0A4EE924-0368-4432-9B77-1E26C05F7F00}" type="pres">
      <dgm:prSet presAssocID="{98CA0A62-4386-4A2D-9918-8ED344253B16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2448ECAD-214E-405C-BF6F-5B110F6E8244}" type="pres">
      <dgm:prSet presAssocID="{98CA0A62-4386-4A2D-9918-8ED344253B16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54B71BD-1490-4078-9373-FB4080CD86D1}" type="presOf" srcId="{6EFF8B37-18E4-4327-8BCB-4671C8E24BC3}" destId="{8A31A12F-6D46-4A11-BBF9-F3999FFBB2AC}" srcOrd="0" destOrd="0" presId="urn:microsoft.com/office/officeart/2005/8/layout/vList5"/>
    <dgm:cxn modelId="{3007C9E0-2F42-4786-9327-E7D78434B7F3}" type="presOf" srcId="{B635EE03-62A5-4FDD-9F0F-71DBE8B0C6E3}" destId="{78B8C658-7CC6-4546-A6A7-4555FE6437B0}" srcOrd="0" destOrd="0" presId="urn:microsoft.com/office/officeart/2005/8/layout/vList5"/>
    <dgm:cxn modelId="{7135B809-F637-4EE8-84D3-5B9D58A4B6A5}" srcId="{6EFF8B37-18E4-4327-8BCB-4671C8E24BC3}" destId="{A9ABFD35-D82A-42EC-9E04-412080FD4DBF}" srcOrd="0" destOrd="0" parTransId="{F2B2CCB9-E143-4027-9821-CEBC0550247D}" sibTransId="{54A775A8-9C37-410F-B41C-03BD76860F38}"/>
    <dgm:cxn modelId="{BAD65AAE-D436-42B8-87D7-E3953C33578C}" srcId="{6EFF8B37-18E4-4327-8BCB-4671C8E24BC3}" destId="{0847C9AD-7CA6-404D-87A7-46694C5BD101}" srcOrd="1" destOrd="0" parTransId="{56C90015-3420-4158-A5FA-91F596CD293E}" sibTransId="{4710D595-B042-41E6-B9B2-BC2886B596F0}"/>
    <dgm:cxn modelId="{F08B4228-9B9D-4479-A570-7BE5DFC32D31}" type="presOf" srcId="{A9ABFD35-D82A-42EC-9E04-412080FD4DBF}" destId="{9B858E93-8BB2-4855-8350-AC9204C5E177}" srcOrd="0" destOrd="0" presId="urn:microsoft.com/office/officeart/2005/8/layout/vList5"/>
    <dgm:cxn modelId="{1DC2E5E1-6510-45BA-8497-07D8638B9B92}" type="presOf" srcId="{0B669FDF-86CC-470C-BFDC-C8F7FF234E5D}" destId="{10C2F34C-88E6-48CC-8BAE-D9E25D3E67C5}" srcOrd="0" destOrd="0" presId="urn:microsoft.com/office/officeart/2005/8/layout/vList5"/>
    <dgm:cxn modelId="{8281E4B0-9546-40E6-9689-A04DAF0BB009}" type="presOf" srcId="{0847C9AD-7CA6-404D-87A7-46694C5BD101}" destId="{315B82E7-0493-45FD-A7EB-56DCBF50AD3A}" srcOrd="0" destOrd="0" presId="urn:microsoft.com/office/officeart/2005/8/layout/vList5"/>
    <dgm:cxn modelId="{74F12F92-35B1-452C-B6E1-0665ACFF000A}" type="presOf" srcId="{98CA0A62-4386-4A2D-9918-8ED344253B16}" destId="{0A4EE924-0368-4432-9B77-1E26C05F7F00}" srcOrd="0" destOrd="0" presId="urn:microsoft.com/office/officeart/2005/8/layout/vList5"/>
    <dgm:cxn modelId="{3D17C9BC-5422-41C1-82FB-E7C32D1322D2}" srcId="{0847C9AD-7CA6-404D-87A7-46694C5BD101}" destId="{0B669FDF-86CC-470C-BFDC-C8F7FF234E5D}" srcOrd="0" destOrd="0" parTransId="{C6E58B0A-1007-4C09-9C6F-F4D4893ECF94}" sibTransId="{C63D4C03-D543-4152-9BC0-2B29830A3C5B}"/>
    <dgm:cxn modelId="{598F865E-AB5D-4163-96D9-4D2E65A79D09}" srcId="{98CA0A62-4386-4A2D-9918-8ED344253B16}" destId="{E464C788-9BF4-4AF3-8B88-3DB030661976}" srcOrd="0" destOrd="0" parTransId="{23D38368-02D0-4A96-A572-0E717FDD7BA7}" sibTransId="{B68B7B2F-BBA1-4176-AFEF-E5C28DCCF1AD}"/>
    <dgm:cxn modelId="{B0C0FBB4-B7C6-40BC-A022-1B84F2DF21C8}" srcId="{6EFF8B37-18E4-4327-8BCB-4671C8E24BC3}" destId="{98CA0A62-4386-4A2D-9918-8ED344253B16}" srcOrd="2" destOrd="0" parTransId="{BCCD0027-649D-4DB7-A4CF-83AB28CCFD08}" sibTransId="{9AC3164E-32EA-4757-9FB0-B9B787F33C0F}"/>
    <dgm:cxn modelId="{5AFC2076-9F73-4863-8DE7-4DF0E0CD9398}" srcId="{A9ABFD35-D82A-42EC-9E04-412080FD4DBF}" destId="{B635EE03-62A5-4FDD-9F0F-71DBE8B0C6E3}" srcOrd="0" destOrd="0" parTransId="{D304E45B-4FA5-403E-A31E-98A8732A5A3C}" sibTransId="{55537E36-0510-482E-AD6F-D0B1709ACF88}"/>
    <dgm:cxn modelId="{737B3BC5-D3B8-451C-BAAA-0F70CAA98F0D}" type="presOf" srcId="{E464C788-9BF4-4AF3-8B88-3DB030661976}" destId="{2448ECAD-214E-405C-BF6F-5B110F6E8244}" srcOrd="0" destOrd="0" presId="urn:microsoft.com/office/officeart/2005/8/layout/vList5"/>
    <dgm:cxn modelId="{FD0FF386-9820-4F29-B410-206DAC70CE49}" type="presParOf" srcId="{8A31A12F-6D46-4A11-BBF9-F3999FFBB2AC}" destId="{D2795E4A-E0BB-4113-8C49-8259E082F246}" srcOrd="0" destOrd="0" presId="urn:microsoft.com/office/officeart/2005/8/layout/vList5"/>
    <dgm:cxn modelId="{CAC026C7-EC46-4162-B58D-F1D6F913BE9A}" type="presParOf" srcId="{D2795E4A-E0BB-4113-8C49-8259E082F246}" destId="{9B858E93-8BB2-4855-8350-AC9204C5E177}" srcOrd="0" destOrd="0" presId="urn:microsoft.com/office/officeart/2005/8/layout/vList5"/>
    <dgm:cxn modelId="{691DB92D-0E43-496C-AB8B-C33E197238F3}" type="presParOf" srcId="{D2795E4A-E0BB-4113-8C49-8259E082F246}" destId="{78B8C658-7CC6-4546-A6A7-4555FE6437B0}" srcOrd="1" destOrd="0" presId="urn:microsoft.com/office/officeart/2005/8/layout/vList5"/>
    <dgm:cxn modelId="{977AF4D2-95E2-4781-8861-A8289E27B24B}" type="presParOf" srcId="{8A31A12F-6D46-4A11-BBF9-F3999FFBB2AC}" destId="{B44E75B7-A842-4A9B-BE4E-9986988A040E}" srcOrd="1" destOrd="0" presId="urn:microsoft.com/office/officeart/2005/8/layout/vList5"/>
    <dgm:cxn modelId="{97921D17-84BB-4FE0-8F8A-6901FC44586E}" type="presParOf" srcId="{8A31A12F-6D46-4A11-BBF9-F3999FFBB2AC}" destId="{D2CF5BE7-90A4-49D9-BF39-60A0AFC2E9DD}" srcOrd="2" destOrd="0" presId="urn:microsoft.com/office/officeart/2005/8/layout/vList5"/>
    <dgm:cxn modelId="{E0C1401B-3663-4F84-B764-6B968F5E5AB8}" type="presParOf" srcId="{D2CF5BE7-90A4-49D9-BF39-60A0AFC2E9DD}" destId="{315B82E7-0493-45FD-A7EB-56DCBF50AD3A}" srcOrd="0" destOrd="0" presId="urn:microsoft.com/office/officeart/2005/8/layout/vList5"/>
    <dgm:cxn modelId="{4F543E6F-4EBD-4A0E-8D61-CC5F15E0DF46}" type="presParOf" srcId="{D2CF5BE7-90A4-49D9-BF39-60A0AFC2E9DD}" destId="{10C2F34C-88E6-48CC-8BAE-D9E25D3E67C5}" srcOrd="1" destOrd="0" presId="urn:microsoft.com/office/officeart/2005/8/layout/vList5"/>
    <dgm:cxn modelId="{591A9527-B726-45DE-9DB9-1F48D4A3E8D4}" type="presParOf" srcId="{8A31A12F-6D46-4A11-BBF9-F3999FFBB2AC}" destId="{E133DBDF-C44D-499A-B6AE-0CF376514384}" srcOrd="3" destOrd="0" presId="urn:microsoft.com/office/officeart/2005/8/layout/vList5"/>
    <dgm:cxn modelId="{BF7EB2C4-3829-4348-BFB7-DBF47BF65265}" type="presParOf" srcId="{8A31A12F-6D46-4A11-BBF9-F3999FFBB2AC}" destId="{7BDB53C2-2DB1-4645-9A4D-ED8888AD6B0C}" srcOrd="4" destOrd="0" presId="urn:microsoft.com/office/officeart/2005/8/layout/vList5"/>
    <dgm:cxn modelId="{83B4512C-5A43-46A8-B9FE-5F89811E5672}" type="presParOf" srcId="{7BDB53C2-2DB1-4645-9A4D-ED8888AD6B0C}" destId="{0A4EE924-0368-4432-9B77-1E26C05F7F00}" srcOrd="0" destOrd="0" presId="urn:microsoft.com/office/officeart/2005/8/layout/vList5"/>
    <dgm:cxn modelId="{A74CF400-C264-4E5A-805C-907F98905B26}" type="presParOf" srcId="{7BDB53C2-2DB1-4645-9A4D-ED8888AD6B0C}" destId="{2448ECAD-214E-405C-BF6F-5B110F6E824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8B8C658-7CC6-4546-A6A7-4555FE6437B0}">
      <dsp:nvSpPr>
        <dsp:cNvPr id="0" name=""/>
        <dsp:cNvSpPr/>
      </dsp:nvSpPr>
      <dsp:spPr>
        <a:xfrm rot="5400000">
          <a:off x="5006768" y="-1894540"/>
          <a:ext cx="1178718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400" i="1" kern="1200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Jadvaldagi</a:t>
          </a:r>
          <a:r>
            <a:rPr lang="en-US" sz="3400" i="1" kern="1200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 </a:t>
          </a:r>
          <a:r>
            <a:rPr lang="en-US" sz="3400" i="1" kern="1200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kamchiliklarni</a:t>
          </a:r>
          <a:r>
            <a:rPr lang="en-US" sz="3400" i="1" kern="1200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 </a:t>
          </a:r>
          <a:r>
            <a:rPr lang="en-US" sz="3400" i="1" kern="1200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aniqlang</a:t>
          </a:r>
          <a:r>
            <a:rPr lang="en-US" sz="3400" i="1" kern="1200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.</a:t>
          </a:r>
          <a:endParaRPr lang="ru-RU" sz="3400" i="1" kern="1200" dirty="0">
            <a:solidFill>
              <a:schemeClr val="bg1"/>
            </a:solidFill>
          </a:endParaRPr>
        </a:p>
      </dsp:txBody>
      <dsp:txXfrm rot="5400000">
        <a:off x="5006768" y="-1894540"/>
        <a:ext cx="1178718" cy="5266944"/>
      </dsp:txXfrm>
    </dsp:sp>
    <dsp:sp modelId="{9B858E93-8BB2-4855-8350-AC9204C5E177}">
      <dsp:nvSpPr>
        <dsp:cNvPr id="0" name=""/>
        <dsp:cNvSpPr/>
      </dsp:nvSpPr>
      <dsp:spPr>
        <a:xfrm>
          <a:off x="0" y="2232"/>
          <a:ext cx="2962656" cy="14733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i="1" kern="1200" dirty="0" err="1" smtClean="0">
              <a:solidFill>
                <a:schemeClr val="bg1"/>
              </a:solidFill>
              <a:latin typeface="IBM Plex Sans Medium" charset="0"/>
            </a:rPr>
            <a:t>Muammolarni</a:t>
          </a:r>
          <a:r>
            <a:rPr lang="en-US" sz="3000" i="1" kern="1200" dirty="0" smtClean="0">
              <a:solidFill>
                <a:schemeClr val="bg1"/>
              </a:solidFill>
              <a:latin typeface="IBM Plex Sans Medium" charset="0"/>
            </a:rPr>
            <a:t> </a:t>
          </a:r>
          <a:r>
            <a:rPr lang="en-US" sz="3000" i="1" kern="1200" dirty="0" err="1" smtClean="0">
              <a:solidFill>
                <a:schemeClr val="bg1"/>
              </a:solidFill>
              <a:latin typeface="IBM Plex Sans Medium" charset="0"/>
            </a:rPr>
            <a:t>hal</a:t>
          </a:r>
          <a:r>
            <a:rPr lang="en-US" sz="3000" i="1" kern="1200" dirty="0" smtClean="0">
              <a:solidFill>
                <a:schemeClr val="bg1"/>
              </a:solidFill>
              <a:latin typeface="IBM Plex Sans Medium" charset="0"/>
            </a:rPr>
            <a:t> </a:t>
          </a:r>
          <a:r>
            <a:rPr lang="en-US" sz="3000" i="1" kern="1200" dirty="0" err="1" smtClean="0">
              <a:solidFill>
                <a:schemeClr val="bg1"/>
              </a:solidFill>
              <a:latin typeface="IBM Plex Sans Medium" charset="0"/>
            </a:rPr>
            <a:t>qilish</a:t>
          </a:r>
          <a:endParaRPr lang="ru-RU" sz="3000" kern="1200" dirty="0"/>
        </a:p>
      </dsp:txBody>
      <dsp:txXfrm>
        <a:off x="0" y="2232"/>
        <a:ext cx="2962656" cy="1473398"/>
      </dsp:txXfrm>
    </dsp:sp>
    <dsp:sp modelId="{10C2F34C-88E6-48CC-8BAE-D9E25D3E67C5}">
      <dsp:nvSpPr>
        <dsp:cNvPr id="0" name=""/>
        <dsp:cNvSpPr/>
      </dsp:nvSpPr>
      <dsp:spPr>
        <a:xfrm rot="5400000">
          <a:off x="5006768" y="-347472"/>
          <a:ext cx="1178718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400" i="1" kern="1200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Interfeysni</a:t>
          </a:r>
          <a:r>
            <a:rPr lang="en-US" sz="3400" i="1" kern="1200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 </a:t>
          </a:r>
          <a:r>
            <a:rPr lang="en-US" sz="3400" i="1" kern="1200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qulayroq</a:t>
          </a:r>
          <a:r>
            <a:rPr lang="en-US" sz="3400" i="1" kern="1200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 </a:t>
          </a:r>
          <a:r>
            <a:rPr lang="en-US" sz="3400" i="1" kern="1200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qiling</a:t>
          </a:r>
          <a:r>
            <a:rPr lang="en-US" sz="3400" i="1" kern="1200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.</a:t>
          </a:r>
          <a:endParaRPr lang="ru-RU" sz="3400" i="1" kern="1200" dirty="0">
            <a:solidFill>
              <a:schemeClr val="bg1"/>
            </a:solidFill>
          </a:endParaRPr>
        </a:p>
      </dsp:txBody>
      <dsp:txXfrm rot="5400000">
        <a:off x="5006768" y="-347472"/>
        <a:ext cx="1178718" cy="5266944"/>
      </dsp:txXfrm>
    </dsp:sp>
    <dsp:sp modelId="{315B82E7-0493-45FD-A7EB-56DCBF50AD3A}">
      <dsp:nvSpPr>
        <dsp:cNvPr id="0" name=""/>
        <dsp:cNvSpPr/>
      </dsp:nvSpPr>
      <dsp:spPr>
        <a:xfrm>
          <a:off x="0" y="1549300"/>
          <a:ext cx="2962656" cy="14733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err="1" smtClean="0">
              <a:solidFill>
                <a:schemeClr val="bg1"/>
              </a:solidFill>
            </a:rPr>
            <a:t>Foydalanuvchi</a:t>
          </a:r>
          <a:r>
            <a:rPr lang="en-US" sz="3000" kern="1200" dirty="0" smtClean="0">
              <a:solidFill>
                <a:schemeClr val="bg1"/>
              </a:solidFill>
            </a:rPr>
            <a:t> </a:t>
          </a:r>
          <a:r>
            <a:rPr lang="en-US" sz="3000" kern="1200" dirty="0" err="1" smtClean="0">
              <a:solidFill>
                <a:schemeClr val="bg1"/>
              </a:solidFill>
            </a:rPr>
            <a:t>interfeysi</a:t>
          </a:r>
          <a:endParaRPr lang="ru-RU" sz="3000" kern="1200" dirty="0">
            <a:solidFill>
              <a:schemeClr val="bg1"/>
            </a:solidFill>
          </a:endParaRPr>
        </a:p>
      </dsp:txBody>
      <dsp:txXfrm>
        <a:off x="0" y="1549300"/>
        <a:ext cx="2962656" cy="1473398"/>
      </dsp:txXfrm>
    </dsp:sp>
    <dsp:sp modelId="{2448ECAD-214E-405C-BF6F-5B110F6E8244}">
      <dsp:nvSpPr>
        <dsp:cNvPr id="0" name=""/>
        <dsp:cNvSpPr/>
      </dsp:nvSpPr>
      <dsp:spPr>
        <a:xfrm rot="5400000">
          <a:off x="5006768" y="1199596"/>
          <a:ext cx="1178718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400" i="1" kern="1200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Qo'shimcha</a:t>
          </a:r>
          <a:r>
            <a:rPr lang="en-US" sz="3400" i="1" kern="1200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 </a:t>
          </a:r>
          <a:r>
            <a:rPr lang="en-US" sz="3400" i="1" kern="1200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funksiyalar</a:t>
          </a:r>
          <a:r>
            <a:rPr lang="en-US" sz="3400" i="1" kern="1200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 </a:t>
          </a:r>
          <a:r>
            <a:rPr lang="en-US" sz="3400" i="1" kern="1200" dirty="0" err="1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qo'shing</a:t>
          </a:r>
          <a:r>
            <a:rPr lang="en-US" sz="3400" i="1" kern="1200" dirty="0" smtClean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rPr>
            <a:t>.</a:t>
          </a:r>
          <a:endParaRPr lang="ru-RU" sz="3400" i="1" kern="1200" dirty="0">
            <a:solidFill>
              <a:schemeClr val="bg1"/>
            </a:solidFill>
          </a:endParaRPr>
        </a:p>
      </dsp:txBody>
      <dsp:txXfrm rot="5400000">
        <a:off x="5006768" y="1199596"/>
        <a:ext cx="1178718" cy="5266944"/>
      </dsp:txXfrm>
    </dsp:sp>
    <dsp:sp modelId="{0A4EE924-0368-4432-9B77-1E26C05F7F00}">
      <dsp:nvSpPr>
        <dsp:cNvPr id="0" name=""/>
        <dsp:cNvSpPr/>
      </dsp:nvSpPr>
      <dsp:spPr>
        <a:xfrm>
          <a:off x="0" y="3096369"/>
          <a:ext cx="2962656" cy="14733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err="1" smtClean="0">
              <a:solidFill>
                <a:schemeClr val="bg1"/>
              </a:solidFill>
            </a:rPr>
            <a:t>Yangi</a:t>
          </a:r>
          <a:r>
            <a:rPr lang="en-US" sz="3000" kern="1200" dirty="0" smtClean="0">
              <a:solidFill>
                <a:schemeClr val="bg1"/>
              </a:solidFill>
            </a:rPr>
            <a:t> </a:t>
          </a:r>
          <a:r>
            <a:rPr lang="en-US" sz="3000" kern="1200" dirty="0" err="1" smtClean="0">
              <a:solidFill>
                <a:schemeClr val="bg1"/>
              </a:solidFill>
            </a:rPr>
            <a:t>xususiyatlar</a:t>
          </a:r>
          <a:endParaRPr lang="ru-RU" sz="3000" kern="1200" dirty="0">
            <a:solidFill>
              <a:schemeClr val="bg1"/>
            </a:solidFill>
          </a:endParaRPr>
        </a:p>
      </dsp:txBody>
      <dsp:txXfrm>
        <a:off x="0" y="3096369"/>
        <a:ext cx="2962656" cy="1473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ru-RU" dirty="0" smtClean="0">
                <a:solidFill>
                  <a:srgbClr val="7030A0"/>
                </a:solidFill>
                <a:latin typeface="Arial Black" pitchFamily="34" charset="0"/>
              </a:rPr>
              <a:t>Elektron jadvalni baholash</a:t>
            </a:r>
            <a:endParaRPr lang="en-US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Baholash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. </a:t>
            </a:r>
            <a:endParaRPr lang="en-US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147248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Ishingizga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nazar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solib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ijobiy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salbiy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tomonlarini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aniqlash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jadvalingizni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ishlatish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osonmi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Maket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yaxshiroq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ko‘rinishga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bo‘lishi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biror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narsani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o‘zgartira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olasizmi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ishlamaydigan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narsa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bormi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Ko‘p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formatlash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natijasida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osonlashdimi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Qo‘shishingiz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boshqa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qanday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elementlar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Masalan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shartli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formatlash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kabi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biror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element.</a:t>
            </a:r>
            <a:endParaRPr lang="ru-RU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1382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Elektron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jadvalni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baholash</a:t>
            </a:r>
            <a:endParaRPr lang="en-US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osonmi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  </a:t>
            </a: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 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Jadvalni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ishlatish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qanchalik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qulay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?</a:t>
            </a: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800" i="1" dirty="0" smtClean="0">
              <a:solidFill>
                <a:schemeClr val="bg1"/>
              </a:solidFill>
              <a:latin typeface="Times New Roman" pitchFamily="18" charset="0"/>
              <a:ea typeface="Roboto" pitchFamily="34" charset="-122"/>
              <a:cs typeface="Times New Roman" pitchFamily="18" charset="0"/>
            </a:endParaRP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Maketni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yaxshilash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  </a:t>
            </a: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 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Ko'rinishini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yaxshilash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o'zgartirishlar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kiritish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mumkinmi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?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Ishlamaydigan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qismlar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 </a:t>
            </a: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Jadvalda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ishlamaydigan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joylar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bormi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?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Qo'shimcha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lementlar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 </a:t>
            </a: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 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Shartli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formatlash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kabi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elementlar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qo'shish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mumkinmi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?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31926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Baholash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: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O'zingizni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tanqid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qilish</a:t>
            </a:r>
            <a:endParaRPr lang="en-US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Agar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jadvalingizni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mukammal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deb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hisoblamasangiz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yomon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emas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o'zingizni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tanqid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qobiliyatingizni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ko'rsatadi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yaxshilanishga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intilishingizni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bildiradi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asl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rejangiz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taqqoslang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Bobning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boshida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yaratgan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maqsadlar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ro'yxatingizga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erishganingizni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tekshiring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22001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Elektron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jadvaldan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maqsadli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foydalanish</a:t>
            </a:r>
            <a:endParaRPr lang="en-US" dirty="0">
              <a:solidFill>
                <a:srgbClr val="7030A0"/>
              </a:solidFill>
              <a:latin typeface="Arial Black" pitchFamily="34" charset="0"/>
            </a:endParaRP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84784"/>
            <a:ext cx="8119197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884871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Elektron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jadval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imkoniyatlarini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y</a:t>
            </a: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  <a:ea typeface="IBM Plex Sans Medium" pitchFamily="34" charset="-122"/>
                <a:cs typeface="IBM Plex Sans Medium" pitchFamily="34" charset="-120"/>
              </a:rPr>
              <a:t>axshilash</a:t>
            </a:r>
            <a:endParaRPr lang="en-US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147248" cy="4572000"/>
          </a:xfrm>
        </p:spPr>
        <p:txBody>
          <a:bodyPr>
            <a:normAutofit/>
          </a:bodyPr>
          <a:lstStyle/>
          <a:p>
            <a:pPr lvl="0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jadvalingizda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ishlamaydigan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narsa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bormi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Agar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shunday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bo‘lsa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muammoni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jadvalingizni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ishlatish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osonmi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Foydalanishni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yanada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osonlashtirish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formatni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o‘zgartirish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mumkinmi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yaxshilash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qo‘shishingiz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qo‘shimcha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narsa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bormi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qayta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yaratganingizda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boshqacha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yo’l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tutgan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bo‘larmidingiz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Nimani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o‘zgartirar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edingiz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45826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Birinchi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O’yin</a:t>
            </a:r>
            <a:r>
              <a:rPr lang="en-US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konsoli</a:t>
            </a:r>
            <a:r>
              <a:rPr lang="en-US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chiqilgan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maqsadlaringizni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maqsadga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erishganingiz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bajarmaganingizni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tomondagi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8.1-mashg‘ulot.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maqsadlaringiz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aks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etgan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 smtClean="0">
                <a:solidFill>
                  <a:schemeClr val="bg1"/>
                </a:solidFill>
                <a:latin typeface="Roboto" charset="0"/>
              </a:rPr>
              <a:t>O'z</a:t>
            </a:r>
            <a:r>
              <a:rPr lang="en-US" sz="2800" dirty="0" smtClean="0">
                <a:solidFill>
                  <a:schemeClr val="bg1"/>
                </a:solidFill>
                <a:latin typeface="Roboto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Roboto" charset="0"/>
              </a:rPr>
              <a:t>maqsadlaringiz</a:t>
            </a:r>
            <a:r>
              <a:rPr lang="en-US" sz="2800" dirty="0" smtClean="0">
                <a:solidFill>
                  <a:schemeClr val="bg1"/>
                </a:solidFill>
                <a:latin typeface="Roboto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Roboto" charset="0"/>
              </a:rPr>
              <a:t>aks</a:t>
            </a:r>
            <a:r>
              <a:rPr lang="en-US" sz="2800" dirty="0" smtClean="0">
                <a:solidFill>
                  <a:schemeClr val="bg1"/>
                </a:solidFill>
                <a:latin typeface="Roboto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Roboto" charset="0"/>
              </a:rPr>
              <a:t>etgan</a:t>
            </a:r>
            <a:r>
              <a:rPr lang="en-US" sz="2800" dirty="0" smtClean="0">
                <a:solidFill>
                  <a:schemeClr val="bg1"/>
                </a:solidFill>
                <a:latin typeface="Roboto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Roboto" charset="0"/>
              </a:rPr>
              <a:t>jadvalni</a:t>
            </a:r>
            <a:r>
              <a:rPr lang="en-US" sz="2800" dirty="0" smtClean="0">
                <a:solidFill>
                  <a:schemeClr val="bg1"/>
                </a:solidFill>
                <a:latin typeface="Roboto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Roboto" charset="0"/>
              </a:rPr>
              <a:t>yarating</a:t>
            </a:r>
            <a:r>
              <a:rPr lang="en-US" sz="2800" dirty="0" smtClean="0">
                <a:solidFill>
                  <a:schemeClr val="bg1"/>
                </a:solidFill>
                <a:latin typeface="Roboto" charset="0"/>
              </a:rPr>
              <a:t>.</a:t>
            </a:r>
          </a:p>
          <a:p>
            <a:pPr>
              <a:buNone/>
            </a:pP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Batafsilroq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baholash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o‘zingizning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maqsadlar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jadvalingizning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dalillarini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topishingiz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Masalan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qaysi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kataklarga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qarash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kabi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ishingizni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boshqa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birov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tomonidan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tekshirishni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maqsadlaringizga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erishganingizga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ishonch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qilishni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osonlashtiradi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 smtClean="0">
                <a:solidFill>
                  <a:schemeClr val="bg1"/>
                </a:solidFill>
                <a:latin typeface="Roboto" charset="0"/>
              </a:rPr>
              <a:t> </a:t>
            </a:r>
            <a:endParaRPr lang="en-US" sz="2800" dirty="0" smtClean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Maqsadlar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jadvali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O’yin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konsoli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takomillashtirishning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usulini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haqida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fikr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yuriting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ishlamayotgan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biror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narsa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bormi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foydalanishni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osonlashtira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olasizmi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Qo‘shimcha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funksiyalarni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qo‘sha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olasizmi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Ushbu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yanada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yaxshiroq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yaratsa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bo‘larmidi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8.2-mashg‘ulot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457200" y="1524000"/>
          <a:ext cx="8229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8244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61</TotalTime>
  <Words>344</Words>
  <Application>Microsoft Office PowerPoint</Application>
  <PresentationFormat>Экран (4:3)</PresentationFormat>
  <Paragraphs>52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Бумажная</vt:lpstr>
      <vt:lpstr>7-sinf Informatika va axborot texnologiyalari  Mavzu: Elektron jadvalni baholash</vt:lpstr>
      <vt:lpstr>Baholash. </vt:lpstr>
      <vt:lpstr>Elektron jadvalni baholash</vt:lpstr>
      <vt:lpstr>Baholash: O'zingizni tanqid qilish</vt:lpstr>
      <vt:lpstr>Elektron jadvaldan maqsadli foydalanish</vt:lpstr>
      <vt:lpstr>Elektron jadval imkoniyatlarini yaxshilash</vt:lpstr>
      <vt:lpstr>8.1-mashg‘ulot. O‘z maqsadlaringiz aks etgan jadvalni yarating.</vt:lpstr>
      <vt:lpstr>Maqsadlar jadvali</vt:lpstr>
      <vt:lpstr>8.2-mashg‘ulot</vt:lpstr>
      <vt:lpstr>Слайд 10</vt:lpstr>
      <vt:lpstr>Слайд 11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15</cp:revision>
  <dcterms:created xsi:type="dcterms:W3CDTF">2026-02-10T06:20:42Z</dcterms:created>
  <dcterms:modified xsi:type="dcterms:W3CDTF">2026-02-13T08:01:14Z</dcterms:modified>
</cp:coreProperties>
</file>