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58" r:id="rId3"/>
    <p:sldId id="259" r:id="rId4"/>
    <p:sldId id="260" r:id="rId5"/>
    <p:sldId id="261" r:id="rId6"/>
    <p:sldId id="262" r:id="rId7"/>
    <p:sldId id="271" r:id="rId8"/>
    <p:sldId id="263" r:id="rId9"/>
    <p:sldId id="264" r:id="rId10"/>
    <p:sldId id="265" r:id="rId11"/>
    <p:sldId id="270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836712"/>
            <a:ext cx="8305800" cy="532859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bilan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ishlashni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boshlash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Axborotni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guruhlash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4400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modulda</a:t>
            </a:r>
            <a:r>
              <a:rPr lang="en-US" sz="4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quyidagilarni</a:t>
            </a:r>
            <a:r>
              <a:rPr lang="en-US" sz="4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o'rganasiz</a:t>
            </a:r>
            <a:r>
              <a:rPr lang="en-US" sz="4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saqlash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ularni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guruhlarga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ajratish</a:t>
            </a:r>
            <a:endParaRPr lang="ru-RU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grafiklar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diagrammalarda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tasvirlash</a:t>
            </a:r>
            <a:endParaRPr lang="ru-RU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Grafiklar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diagrammalardan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berish</a:t>
            </a:r>
            <a:endParaRPr lang="ru-RU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Grafiklar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diagrammalardan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xulosalar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chiqarish</a:t>
            </a:r>
            <a:endParaRPr lang="ru-RU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ma'lumotlarni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guruhlarga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ajratish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tasniflash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diagrammani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formatlash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o'q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belgisini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qo'shish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diagrammadan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xulosalar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chiqarish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err="1" smtClean="0">
                <a:solidFill>
                  <a:srgbClr val="7030A0"/>
                </a:solidFill>
                <a:latin typeface="Arial Black" pitchFamily="34" charset="0"/>
              </a:rPr>
              <a:t>Kalit</a:t>
            </a:r>
            <a:r>
              <a:rPr lang="en-US" sz="5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5400" dirty="0" err="1" smtClean="0">
                <a:solidFill>
                  <a:srgbClr val="7030A0"/>
                </a:solidFill>
                <a:latin typeface="Arial Black" pitchFamily="34" charset="0"/>
              </a:rPr>
              <a:t>so’zlar</a:t>
            </a: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raqamli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axborotni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vizual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usulda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namoyish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etuvchi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tasvir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nimadir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kimdir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haqidagi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fakt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Image 0" descr="preencoded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700808"/>
            <a:ext cx="432048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Kalit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so’zlar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363272" cy="4572000"/>
          </a:xfrm>
        </p:spPr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predmetlar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koʻrsatuvchi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chiziqlardan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tashkil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topgan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140968"/>
            <a:ext cx="7416824" cy="328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>
                <a:solidFill>
                  <a:srgbClr val="7030A0"/>
                </a:solidFill>
                <a:latin typeface="Arial Black" pitchFamily="34" charset="0"/>
              </a:rPr>
              <a:t>Kalit</a:t>
            </a:r>
            <a:r>
              <a:rPr lang="en-US" sz="40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Arial Black" pitchFamily="34" charset="0"/>
              </a:rPr>
              <a:t>so’zlar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91264" cy="4572000"/>
          </a:xfrm>
        </p:spPr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butun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doira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miqdor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boʻlak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miqdorning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qismi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bildiruvchi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turi</a:t>
            </a:r>
            <a:r>
              <a:rPr lang="en-US" sz="3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293096"/>
            <a:ext cx="8250408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Kalit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so’zlar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Guruhlash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obyektlarni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tegishli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guruhlarga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ajratish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Tartiblash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tartibga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solish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guruhlarga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kiritish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Maʼlumot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maʼnoga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boʻlmagan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soʻz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fakt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faqatgina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kontekstda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tushunsa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bo’ladi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691336"/>
          </a:xfrm>
        </p:spPr>
        <p:txBody>
          <a:bodyPr>
            <a:normAutofit lnSpcReduction="10000"/>
          </a:bodyPr>
          <a:lstStyle/>
          <a:p>
            <a:r>
              <a:rPr lang="en-US" sz="2800" b="1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Axborotni</a:t>
            </a:r>
            <a:r>
              <a:rPr lang="en-US" sz="2800" b="1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b="1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guruhlash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deganda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guruhlarga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ajratish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tushuniladi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Do'stingizning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turli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xil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kitob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o'qishga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qiziqishi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kitoblarini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qanday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b="1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tartiblash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haqida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o'ylab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ko'ring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Masalan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kitoblarini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quyidagi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guruhlarga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ajratish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orqali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tartiblash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mumkin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: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i="1" dirty="0" err="1" smtClean="0">
                <a:solidFill>
                  <a:srgbClr val="00B050"/>
                </a:solidFill>
              </a:rPr>
              <a:t>muqovasining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rangiga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ko‘ra</a:t>
            </a:r>
            <a:r>
              <a:rPr lang="en-US" sz="2800" b="1" i="1" dirty="0" smtClean="0">
                <a:solidFill>
                  <a:srgbClr val="00B050"/>
                </a:solidFill>
              </a:rPr>
              <a:t>;</a:t>
            </a:r>
          </a:p>
          <a:p>
            <a:r>
              <a:rPr lang="en-US" sz="2800" b="1" i="1" dirty="0" err="1" smtClean="0">
                <a:solidFill>
                  <a:srgbClr val="00B050"/>
                </a:solidFill>
              </a:rPr>
              <a:t>muallifning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ismiga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ko‘ra</a:t>
            </a:r>
            <a:r>
              <a:rPr lang="en-US" sz="2800" b="1" i="1" dirty="0" smtClean="0">
                <a:solidFill>
                  <a:srgbClr val="00B050"/>
                </a:solidFill>
              </a:rPr>
              <a:t>;</a:t>
            </a:r>
          </a:p>
          <a:p>
            <a:r>
              <a:rPr lang="en-US" sz="2800" b="1" i="1" dirty="0" err="1" smtClean="0">
                <a:solidFill>
                  <a:srgbClr val="00B050"/>
                </a:solidFill>
              </a:rPr>
              <a:t>kitob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janriga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ko‘ra</a:t>
            </a:r>
            <a:r>
              <a:rPr lang="en-US" sz="2800" b="1" i="1" dirty="0" smtClean="0">
                <a:solidFill>
                  <a:srgbClr val="00B050"/>
                </a:solidFill>
              </a:rPr>
              <a:t> (</a:t>
            </a:r>
            <a:r>
              <a:rPr lang="en-US" sz="2800" b="1" i="1" dirty="0" err="1" smtClean="0">
                <a:solidFill>
                  <a:srgbClr val="00B050"/>
                </a:solidFill>
              </a:rPr>
              <a:t>masalan</a:t>
            </a:r>
            <a:r>
              <a:rPr lang="en-US" sz="2800" b="1" i="1" dirty="0" smtClean="0">
                <a:solidFill>
                  <a:srgbClr val="00B050"/>
                </a:solidFill>
              </a:rPr>
              <a:t>,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badiiy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yoki</a:t>
            </a:r>
            <a:r>
              <a:rPr lang="en-US" sz="2800" b="1" i="1" dirty="0" smtClean="0">
                <a:solidFill>
                  <a:srgbClr val="00B050"/>
                </a:solidFill>
              </a:rPr>
              <a:t> </a:t>
            </a:r>
            <a:r>
              <a:rPr lang="en-US" sz="2800" b="1" i="1" dirty="0" err="1" smtClean="0">
                <a:solidFill>
                  <a:srgbClr val="00B050"/>
                </a:solidFill>
              </a:rPr>
              <a:t>ilmiy</a:t>
            </a:r>
            <a:r>
              <a:rPr lang="en-US" sz="2800" b="1" i="1" dirty="0" smtClean="0">
                <a:solidFill>
                  <a:srgbClr val="00B050"/>
                </a:solidFill>
              </a:rPr>
              <a:t>).</a:t>
            </a: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tartiblash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boshqa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qanday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usullarini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taklif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etasiz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?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/>
          </a:p>
          <a:p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predmetlarni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guruhlay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olasiz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Ularni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tartiblashning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usuli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turi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boʻyichadir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holatda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guruhlar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bunday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jirafa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sher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pingvin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907704" y="1524000"/>
            <a:ext cx="4824536" cy="45720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556792"/>
            <a:ext cx="4680520" cy="4842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40296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1.2-mashg‘ulot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Mevalar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tasvirga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qarang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4008" y="836712"/>
            <a:ext cx="4064128" cy="5259288"/>
          </a:xfrm>
        </p:spPr>
        <p:txBody>
          <a:bodyPr>
            <a:normAutofit lnSpcReduction="10000"/>
          </a:bodyPr>
          <a:lstStyle/>
          <a:p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Daftaringizga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topshiriqlarni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mevalarning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turlari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nomini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yozib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ranglarning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nomlarini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Mevalarni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guruhlashga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doir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xayolingizga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kelgan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istalgan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usulni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daftaringizga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80728"/>
            <a:ext cx="405765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1.3-mashg‘ulot .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Qogʻoz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boʻlagiga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matematik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toʻplamini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chizing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ularni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kesib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ikki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usulda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tartiblang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628800"/>
            <a:ext cx="5616624" cy="4967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8000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57</TotalTime>
  <Words>299</Words>
  <Application>Microsoft Office PowerPoint</Application>
  <PresentationFormat>Экран (4:3)</PresentationFormat>
  <Paragraphs>38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Бумажная</vt:lpstr>
      <vt:lpstr>5-sinf  Informatika va  axborot texnologiyalari  Mavzu: Diagrammalar bilan ishlashni boshlash. Axborotni guruhlash </vt:lpstr>
      <vt:lpstr>Bu modulda quyidagilarni o'rganasiz:</vt:lpstr>
      <vt:lpstr>Kalit so’zlar</vt:lpstr>
      <vt:lpstr>Kalit so’zlar</vt:lpstr>
      <vt:lpstr>Kalit so’zlar</vt:lpstr>
      <vt:lpstr>Kalit so’zlar</vt:lpstr>
      <vt:lpstr>Слайд 7</vt:lpstr>
      <vt:lpstr>Bu tasvirdagi predmetlarni qanday guruhlay olasiz? Ularni tartiblashning bir usuli hayvonlar turi boʻyichadir. Bu holatda guruhlar bunday boʻladi: jirafa, sher va pingvin.</vt:lpstr>
      <vt:lpstr>1.2-mashg‘ulot Mevalar aks etgan quyidagi tasvirga qarang.</vt:lpstr>
      <vt:lpstr>1.3-mashg‘ulot . Qogʻoz boʻlagiga turli matematik shakllar toʻplamini chizing, ularni kesib chiqing va ikki usulda tartiblang.</vt:lpstr>
      <vt:lpstr>Слайд 11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12</cp:revision>
  <dcterms:created xsi:type="dcterms:W3CDTF">2026-02-09T12:18:45Z</dcterms:created>
  <dcterms:modified xsi:type="dcterms:W3CDTF">2026-02-12T16:04:27Z</dcterms:modified>
</cp:coreProperties>
</file>